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78" r:id="rId4"/>
    <p:sldId id="279" r:id="rId5"/>
    <p:sldId id="258" r:id="rId6"/>
    <p:sldId id="269" r:id="rId7"/>
    <p:sldId id="259" r:id="rId8"/>
    <p:sldId id="280" r:id="rId9"/>
    <p:sldId id="281" r:id="rId10"/>
    <p:sldId id="282" r:id="rId11"/>
    <p:sldId id="283" r:id="rId12"/>
    <p:sldId id="284" r:id="rId13"/>
    <p:sldId id="285" r:id="rId14"/>
    <p:sldId id="260" r:id="rId15"/>
    <p:sldId id="286" r:id="rId16"/>
    <p:sldId id="261" r:id="rId17"/>
    <p:sldId id="262" r:id="rId18"/>
    <p:sldId id="287" r:id="rId19"/>
  </p:sldIdLst>
  <p:sldSz cx="12192000" cy="6858000"/>
  <p:notesSz cx="6858000" cy="9144000"/>
  <p:embeddedFontLst>
    <p:embeddedFont>
      <p:font typeface="Barriecito" panose="020B0604020202020204" charset="0"/>
      <p:regular r:id="rId22"/>
    </p:embeddedFont>
    <p:embeddedFont>
      <p:font typeface="Gochi Hand" panose="020B0604020202020204" charset="0"/>
      <p:regular r:id="rId23"/>
    </p:embeddedFont>
    <p:embeddedFont>
      <p:font typeface="Handlee" panose="020B0604020202020204" charset="0"/>
      <p:regular r:id="rId24"/>
    </p:embeddedFont>
    <p:embeddedFont>
      <p:font typeface="Kufyan Arabic Black" panose="02000500000000000000" pitchFamily="2" charset="-78"/>
      <p:bold r:id="rId25"/>
    </p:embeddedFont>
    <p:embeddedFont>
      <p:font typeface="Ranchers" panose="020B060402020202020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2F2F2"/>
    <a:srgbClr val="FF00FF"/>
    <a:srgbClr val="EDF4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A23DD07-3027-0AB4-211E-8E60440BFB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EA77408-B6D3-F170-F0DA-0558ACC6BA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4FC20-E200-4543-B3A9-A975CF3371C4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A180A8-4A1E-075A-E566-06A2999494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98E9741-3417-B48E-CC2B-F4B203BAFB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F692F-029A-4AFC-9586-963EA6E0BF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64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969e3572d5_0_1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969e3572d5_0_1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>
          <a:extLst>
            <a:ext uri="{FF2B5EF4-FFF2-40B4-BE49-F238E27FC236}">
              <a16:creationId xmlns:a16="http://schemas.microsoft.com/office/drawing/2014/main" id="{62864907-EEBF-68B4-3AE9-B7692976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969e3572d5_0_1489:notes">
            <a:extLst>
              <a:ext uri="{FF2B5EF4-FFF2-40B4-BE49-F238E27FC236}">
                <a16:creationId xmlns:a16="http://schemas.microsoft.com/office/drawing/2014/main" id="{711CF3A3-4F15-BC11-5DD8-D1BE25D16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969e3572d5_0_1489:notes">
            <a:extLst>
              <a:ext uri="{FF2B5EF4-FFF2-40B4-BE49-F238E27FC236}">
                <a16:creationId xmlns:a16="http://schemas.microsoft.com/office/drawing/2014/main" id="{2D6904B8-F1FA-294B-89FE-1724F6166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0643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>
          <a:extLst>
            <a:ext uri="{FF2B5EF4-FFF2-40B4-BE49-F238E27FC236}">
              <a16:creationId xmlns:a16="http://schemas.microsoft.com/office/drawing/2014/main" id="{58D8DE06-8E7D-3FF7-2F8C-375D28AF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969e3572d5_0_1489:notes">
            <a:extLst>
              <a:ext uri="{FF2B5EF4-FFF2-40B4-BE49-F238E27FC236}">
                <a16:creationId xmlns:a16="http://schemas.microsoft.com/office/drawing/2014/main" id="{53A99748-D2A8-5981-807C-4C33FF0CE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969e3572d5_0_1489:notes">
            <a:extLst>
              <a:ext uri="{FF2B5EF4-FFF2-40B4-BE49-F238E27FC236}">
                <a16:creationId xmlns:a16="http://schemas.microsoft.com/office/drawing/2014/main" id="{9BD01D05-6262-A846-192E-C98F475EE6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7024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969e3572d5_0_1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969e3572d5_0_1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>
          <a:extLst>
            <a:ext uri="{FF2B5EF4-FFF2-40B4-BE49-F238E27FC236}">
              <a16:creationId xmlns:a16="http://schemas.microsoft.com/office/drawing/2014/main" id="{D4503A90-1428-BEF3-5F32-D0A7FF556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969e3572d5_0_1642:notes">
            <a:extLst>
              <a:ext uri="{FF2B5EF4-FFF2-40B4-BE49-F238E27FC236}">
                <a16:creationId xmlns:a16="http://schemas.microsoft.com/office/drawing/2014/main" id="{61E8B3D0-6A3B-1FA3-1B96-FE3782E6F3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969e3572d5_0_1642:notes">
            <a:extLst>
              <a:ext uri="{FF2B5EF4-FFF2-40B4-BE49-F238E27FC236}">
                <a16:creationId xmlns:a16="http://schemas.microsoft.com/office/drawing/2014/main" id="{9F2F7AC2-C7A8-0720-51B8-3FA4F5954F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5608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969e3572d5_0_1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969e3572d5_0_16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>
          <a:extLst>
            <a:ext uri="{FF2B5EF4-FFF2-40B4-BE49-F238E27FC236}">
              <a16:creationId xmlns:a16="http://schemas.microsoft.com/office/drawing/2014/main" id="{7105D030-615E-F70D-BA0F-0EE839366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969e3572d5_0_1652:notes">
            <a:extLst>
              <a:ext uri="{FF2B5EF4-FFF2-40B4-BE49-F238E27FC236}">
                <a16:creationId xmlns:a16="http://schemas.microsoft.com/office/drawing/2014/main" id="{B7616EE6-AF17-E9CA-4790-0B65EF7045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969e3572d5_0_1652:notes">
            <a:extLst>
              <a:ext uri="{FF2B5EF4-FFF2-40B4-BE49-F238E27FC236}">
                <a16:creationId xmlns:a16="http://schemas.microsoft.com/office/drawing/2014/main" id="{5B0FC77F-94D1-6DEF-AEEE-327E0C403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4091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>
          <a:extLst>
            <a:ext uri="{FF2B5EF4-FFF2-40B4-BE49-F238E27FC236}">
              <a16:creationId xmlns:a16="http://schemas.microsoft.com/office/drawing/2014/main" id="{4D1FD9DE-8491-E9E0-1040-5AFF7AB92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969e3572d5_0_1652:notes">
            <a:extLst>
              <a:ext uri="{FF2B5EF4-FFF2-40B4-BE49-F238E27FC236}">
                <a16:creationId xmlns:a16="http://schemas.microsoft.com/office/drawing/2014/main" id="{AB813305-370A-3E0C-4DC1-C6CF03C73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969e3572d5_0_1652:notes">
            <a:extLst>
              <a:ext uri="{FF2B5EF4-FFF2-40B4-BE49-F238E27FC236}">
                <a16:creationId xmlns:a16="http://schemas.microsoft.com/office/drawing/2014/main" id="{5ACBC34A-1B78-D3EF-14D2-6CBF91A354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991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>
          <a:extLst>
            <a:ext uri="{FF2B5EF4-FFF2-40B4-BE49-F238E27FC236}">
              <a16:creationId xmlns:a16="http://schemas.microsoft.com/office/drawing/2014/main" id="{36F43E3E-6374-AF67-EA32-FCEC251BF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969e3572d5_0_1652:notes">
            <a:extLst>
              <a:ext uri="{FF2B5EF4-FFF2-40B4-BE49-F238E27FC236}">
                <a16:creationId xmlns:a16="http://schemas.microsoft.com/office/drawing/2014/main" id="{54F96D77-8FE5-C3A5-8C29-70794BD15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969e3572d5_0_1652:notes">
            <a:extLst>
              <a:ext uri="{FF2B5EF4-FFF2-40B4-BE49-F238E27FC236}">
                <a16:creationId xmlns:a16="http://schemas.microsoft.com/office/drawing/2014/main" id="{B0C30B29-C3EC-8EB6-D806-E0DDBDE72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7953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>
          <a:extLst>
            <a:ext uri="{FF2B5EF4-FFF2-40B4-BE49-F238E27FC236}">
              <a16:creationId xmlns:a16="http://schemas.microsoft.com/office/drawing/2014/main" id="{E2EBDFD4-F409-8E49-EA85-BE02EC9CF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969e3572d5_0_1652:notes">
            <a:extLst>
              <a:ext uri="{FF2B5EF4-FFF2-40B4-BE49-F238E27FC236}">
                <a16:creationId xmlns:a16="http://schemas.microsoft.com/office/drawing/2014/main" id="{1869C760-2190-1F5B-89BA-A601C4B6A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969e3572d5_0_1652:notes">
            <a:extLst>
              <a:ext uri="{FF2B5EF4-FFF2-40B4-BE49-F238E27FC236}">
                <a16:creationId xmlns:a16="http://schemas.microsoft.com/office/drawing/2014/main" id="{D431B1E3-85D4-6CFA-3001-46D0130FD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6614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>
          <a:extLst>
            <a:ext uri="{FF2B5EF4-FFF2-40B4-BE49-F238E27FC236}">
              <a16:creationId xmlns:a16="http://schemas.microsoft.com/office/drawing/2014/main" id="{2859ECF6-BDBC-2176-F5D3-4C4C1023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969e3572d5_0_1652:notes">
            <a:extLst>
              <a:ext uri="{FF2B5EF4-FFF2-40B4-BE49-F238E27FC236}">
                <a16:creationId xmlns:a16="http://schemas.microsoft.com/office/drawing/2014/main" id="{4A380AF2-AEC1-CC78-F76C-4D3479F32A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969e3572d5_0_1652:notes">
            <a:extLst>
              <a:ext uri="{FF2B5EF4-FFF2-40B4-BE49-F238E27FC236}">
                <a16:creationId xmlns:a16="http://schemas.microsoft.com/office/drawing/2014/main" id="{5B8A9C90-D178-BFAE-0E27-E2861AF376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7665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>
          <a:extLst>
            <a:ext uri="{FF2B5EF4-FFF2-40B4-BE49-F238E27FC236}">
              <a16:creationId xmlns:a16="http://schemas.microsoft.com/office/drawing/2014/main" id="{10CB0D82-CE41-39B1-B98F-5406D11B7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969e3572d5_0_1652:notes">
            <a:extLst>
              <a:ext uri="{FF2B5EF4-FFF2-40B4-BE49-F238E27FC236}">
                <a16:creationId xmlns:a16="http://schemas.microsoft.com/office/drawing/2014/main" id="{8753D37D-F83C-9D62-4799-F0BCA785BD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969e3572d5_0_1652:notes">
            <a:extLst>
              <a:ext uri="{FF2B5EF4-FFF2-40B4-BE49-F238E27FC236}">
                <a16:creationId xmlns:a16="http://schemas.microsoft.com/office/drawing/2014/main" id="{3028D8D3-1BE4-4746-43F6-AFD40D372D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5091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969e3572d5_0_1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969e3572d5_0_1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>
          <a:extLst>
            <a:ext uri="{FF2B5EF4-FFF2-40B4-BE49-F238E27FC236}">
              <a16:creationId xmlns:a16="http://schemas.microsoft.com/office/drawing/2014/main" id="{867584EE-7DF7-9C91-51C9-324EE789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969e3572d5_0_1672:notes">
            <a:extLst>
              <a:ext uri="{FF2B5EF4-FFF2-40B4-BE49-F238E27FC236}">
                <a16:creationId xmlns:a16="http://schemas.microsoft.com/office/drawing/2014/main" id="{891CEDCC-54A4-233E-5B99-428BD19C5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969e3572d5_0_1672:notes">
            <a:extLst>
              <a:ext uri="{FF2B5EF4-FFF2-40B4-BE49-F238E27FC236}">
                <a16:creationId xmlns:a16="http://schemas.microsoft.com/office/drawing/2014/main" id="{25B061D0-B869-21B9-4A94-5D5047E3BB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410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969e3572d5_0_16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969e3572d5_0_16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969e3572d5_0_1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969e3572d5_0_1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>
          <a:extLst>
            <a:ext uri="{FF2B5EF4-FFF2-40B4-BE49-F238E27FC236}">
              <a16:creationId xmlns:a16="http://schemas.microsoft.com/office/drawing/2014/main" id="{0D924F45-630B-45C9-5AD5-BA608F966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969e3572d5_0_1682:notes">
            <a:extLst>
              <a:ext uri="{FF2B5EF4-FFF2-40B4-BE49-F238E27FC236}">
                <a16:creationId xmlns:a16="http://schemas.microsoft.com/office/drawing/2014/main" id="{C866C9F9-E42D-7E00-63FB-F29D27E33B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969e3572d5_0_1682:notes">
            <a:extLst>
              <a:ext uri="{FF2B5EF4-FFF2-40B4-BE49-F238E27FC236}">
                <a16:creationId xmlns:a16="http://schemas.microsoft.com/office/drawing/2014/main" id="{3444F9C4-8E61-0CD0-8FBC-67235DF9E8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8353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7.xml"/><Relationship Id="rId3" Type="http://schemas.openxmlformats.org/officeDocument/2006/relationships/slide" Target="../slides/slide2.xml"/><Relationship Id="rId7" Type="http://schemas.openxmlformats.org/officeDocument/2006/relationships/slide" Target="../slides/slide16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4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7" Type="http://schemas.openxmlformats.org/officeDocument/2006/relationships/slide" Target="../slides/slide5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7.xml"/><Relationship Id="rId5" Type="http://schemas.openxmlformats.org/officeDocument/2006/relationships/slide" Target="../slides/slide16.xml"/><Relationship Id="rId4" Type="http://schemas.openxmlformats.org/officeDocument/2006/relationships/slide" Target="../slides/slide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7" Type="http://schemas.openxmlformats.org/officeDocument/2006/relationships/slide" Target="../slides/slide2.xml"/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7.xml"/><Relationship Id="rId5" Type="http://schemas.openxmlformats.org/officeDocument/2006/relationships/slide" Target="../slides/slide16.xml"/><Relationship Id="rId4" Type="http://schemas.openxmlformats.org/officeDocument/2006/relationships/slide" Target="../slides/slide14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7" Type="http://schemas.openxmlformats.org/officeDocument/2006/relationships/slide" Target="../slides/slide2.xml"/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7.xml"/><Relationship Id="rId5" Type="http://schemas.openxmlformats.org/officeDocument/2006/relationships/slide" Target="../slides/slide16.xml"/><Relationship Id="rId4" Type="http://schemas.openxmlformats.org/officeDocument/2006/relationships/slide" Target="../slides/slide1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7" Type="http://schemas.openxmlformats.org/officeDocument/2006/relationships/slide" Target="../slides/slide2.xml"/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7.xml"/><Relationship Id="rId5" Type="http://schemas.openxmlformats.org/officeDocument/2006/relationships/slide" Target="../slides/slide16.xml"/><Relationship Id="rId4" Type="http://schemas.openxmlformats.org/officeDocument/2006/relationships/slide" Target="../slides/slide14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7" Type="http://schemas.openxmlformats.org/officeDocument/2006/relationships/slide" Target="../slides/slide2.xml"/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7.xml"/><Relationship Id="rId5" Type="http://schemas.openxmlformats.org/officeDocument/2006/relationships/slide" Target="../slides/slide16.xml"/><Relationship Id="rId4" Type="http://schemas.openxmlformats.org/officeDocument/2006/relationships/slide" Target="../slides/slide1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7" Type="http://schemas.openxmlformats.org/officeDocument/2006/relationships/slide" Target="../slides/slide2.xml"/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7.xml"/><Relationship Id="rId5" Type="http://schemas.openxmlformats.org/officeDocument/2006/relationships/slide" Target="../slides/slide16.xml"/><Relationship Id="rId4" Type="http://schemas.openxmlformats.org/officeDocument/2006/relationships/slide" Target="../slides/slide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Home">
  <p:cSld name="CUSTOM">
    <p:bg>
      <p:bgPr>
        <a:solidFill>
          <a:schemeClr val="lt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6082" y="555386"/>
            <a:ext cx="9524198" cy="5977289"/>
          </a:xfrm>
          <a:custGeom>
            <a:avLst/>
            <a:gdLst/>
            <a:ahLst/>
            <a:cxnLst/>
            <a:rect l="l" t="t" r="r" b="b"/>
            <a:pathLst>
              <a:path w="9524198" h="5977289" extrusionOk="0">
                <a:moveTo>
                  <a:pt x="8356534" y="375821"/>
                </a:moveTo>
                <a:lnTo>
                  <a:pt x="8356534" y="663821"/>
                </a:lnTo>
                <a:lnTo>
                  <a:pt x="8644534" y="663821"/>
                </a:lnTo>
                <a:lnTo>
                  <a:pt x="8644534" y="375821"/>
                </a:lnTo>
                <a:close/>
                <a:moveTo>
                  <a:pt x="7847458" y="375821"/>
                </a:moveTo>
                <a:lnTo>
                  <a:pt x="7847458" y="663821"/>
                </a:lnTo>
                <a:lnTo>
                  <a:pt x="8135458" y="663821"/>
                </a:lnTo>
                <a:lnTo>
                  <a:pt x="8135458" y="375821"/>
                </a:lnTo>
                <a:close/>
                <a:moveTo>
                  <a:pt x="7338389" y="375821"/>
                </a:moveTo>
                <a:lnTo>
                  <a:pt x="7338389" y="663821"/>
                </a:lnTo>
                <a:lnTo>
                  <a:pt x="7626389" y="663821"/>
                </a:lnTo>
                <a:lnTo>
                  <a:pt x="7626389" y="375821"/>
                </a:lnTo>
                <a:close/>
                <a:moveTo>
                  <a:pt x="6829320" y="375821"/>
                </a:moveTo>
                <a:lnTo>
                  <a:pt x="6829320" y="663821"/>
                </a:lnTo>
                <a:lnTo>
                  <a:pt x="7117320" y="663821"/>
                </a:lnTo>
                <a:lnTo>
                  <a:pt x="7117320" y="375821"/>
                </a:lnTo>
                <a:close/>
                <a:moveTo>
                  <a:pt x="6320251" y="375821"/>
                </a:moveTo>
                <a:lnTo>
                  <a:pt x="6320251" y="663821"/>
                </a:lnTo>
                <a:lnTo>
                  <a:pt x="6608251" y="663821"/>
                </a:lnTo>
                <a:lnTo>
                  <a:pt x="6608251" y="375821"/>
                </a:lnTo>
                <a:close/>
                <a:moveTo>
                  <a:pt x="5811182" y="375821"/>
                </a:moveTo>
                <a:lnTo>
                  <a:pt x="5811182" y="663821"/>
                </a:lnTo>
                <a:lnTo>
                  <a:pt x="6099182" y="663821"/>
                </a:lnTo>
                <a:lnTo>
                  <a:pt x="6099182" y="375821"/>
                </a:lnTo>
                <a:close/>
                <a:moveTo>
                  <a:pt x="5302113" y="375821"/>
                </a:moveTo>
                <a:lnTo>
                  <a:pt x="5302113" y="663821"/>
                </a:lnTo>
                <a:lnTo>
                  <a:pt x="5590113" y="663821"/>
                </a:lnTo>
                <a:lnTo>
                  <a:pt x="5590113" y="375821"/>
                </a:lnTo>
                <a:close/>
                <a:moveTo>
                  <a:pt x="4793044" y="375821"/>
                </a:moveTo>
                <a:lnTo>
                  <a:pt x="4793044" y="663821"/>
                </a:lnTo>
                <a:lnTo>
                  <a:pt x="5081044" y="663821"/>
                </a:lnTo>
                <a:lnTo>
                  <a:pt x="5081044" y="375821"/>
                </a:lnTo>
                <a:close/>
                <a:moveTo>
                  <a:pt x="4283975" y="375821"/>
                </a:moveTo>
                <a:lnTo>
                  <a:pt x="4283975" y="663821"/>
                </a:lnTo>
                <a:lnTo>
                  <a:pt x="4571975" y="663821"/>
                </a:lnTo>
                <a:lnTo>
                  <a:pt x="4571975" y="375821"/>
                </a:lnTo>
                <a:close/>
                <a:moveTo>
                  <a:pt x="3774906" y="375821"/>
                </a:moveTo>
                <a:lnTo>
                  <a:pt x="3774906" y="663821"/>
                </a:lnTo>
                <a:lnTo>
                  <a:pt x="4062906" y="663821"/>
                </a:lnTo>
                <a:lnTo>
                  <a:pt x="4062906" y="375821"/>
                </a:lnTo>
                <a:close/>
                <a:moveTo>
                  <a:pt x="3265838" y="375821"/>
                </a:moveTo>
                <a:lnTo>
                  <a:pt x="3265838" y="663821"/>
                </a:lnTo>
                <a:lnTo>
                  <a:pt x="3553838" y="663821"/>
                </a:lnTo>
                <a:lnTo>
                  <a:pt x="3553838" y="375821"/>
                </a:lnTo>
                <a:close/>
                <a:moveTo>
                  <a:pt x="2756769" y="375821"/>
                </a:moveTo>
                <a:lnTo>
                  <a:pt x="2756769" y="663821"/>
                </a:lnTo>
                <a:lnTo>
                  <a:pt x="3044769" y="663821"/>
                </a:lnTo>
                <a:lnTo>
                  <a:pt x="3044769" y="375821"/>
                </a:lnTo>
                <a:close/>
                <a:moveTo>
                  <a:pt x="2247700" y="375821"/>
                </a:moveTo>
                <a:lnTo>
                  <a:pt x="2247700" y="663821"/>
                </a:lnTo>
                <a:lnTo>
                  <a:pt x="2535700" y="663821"/>
                </a:lnTo>
                <a:lnTo>
                  <a:pt x="2535700" y="375821"/>
                </a:lnTo>
                <a:close/>
                <a:moveTo>
                  <a:pt x="1738631" y="375821"/>
                </a:moveTo>
                <a:lnTo>
                  <a:pt x="1738631" y="663821"/>
                </a:lnTo>
                <a:lnTo>
                  <a:pt x="2026631" y="663821"/>
                </a:lnTo>
                <a:lnTo>
                  <a:pt x="2026631" y="375821"/>
                </a:lnTo>
                <a:close/>
                <a:moveTo>
                  <a:pt x="1229563" y="375821"/>
                </a:moveTo>
                <a:lnTo>
                  <a:pt x="1229563" y="663821"/>
                </a:lnTo>
                <a:lnTo>
                  <a:pt x="1517563" y="663821"/>
                </a:lnTo>
                <a:lnTo>
                  <a:pt x="1517563" y="375821"/>
                </a:lnTo>
                <a:close/>
                <a:moveTo>
                  <a:pt x="720493" y="375821"/>
                </a:moveTo>
                <a:lnTo>
                  <a:pt x="720493" y="663821"/>
                </a:lnTo>
                <a:lnTo>
                  <a:pt x="1008494" y="663821"/>
                </a:lnTo>
                <a:lnTo>
                  <a:pt x="1008494" y="375821"/>
                </a:lnTo>
                <a:close/>
                <a:moveTo>
                  <a:pt x="529408" y="0"/>
                </a:moveTo>
                <a:lnTo>
                  <a:pt x="8994790" y="0"/>
                </a:lnTo>
                <a:cubicBezTo>
                  <a:pt x="9287174" y="0"/>
                  <a:pt x="9524198" y="237024"/>
                  <a:pt x="9524198" y="529408"/>
                </a:cubicBezTo>
                <a:lnTo>
                  <a:pt x="9524198" y="5447881"/>
                </a:lnTo>
                <a:cubicBezTo>
                  <a:pt x="9524198" y="5740265"/>
                  <a:pt x="9287174" y="5977289"/>
                  <a:pt x="8994790" y="5977289"/>
                </a:cubicBezTo>
                <a:lnTo>
                  <a:pt x="529408" y="5977289"/>
                </a:lnTo>
                <a:cubicBezTo>
                  <a:pt x="237024" y="5977289"/>
                  <a:pt x="0" y="5740265"/>
                  <a:pt x="0" y="5447881"/>
                </a:cubicBezTo>
                <a:lnTo>
                  <a:pt x="0" y="529408"/>
                </a:lnTo>
                <a:cubicBezTo>
                  <a:pt x="0" y="237024"/>
                  <a:pt x="237024" y="0"/>
                  <a:pt x="5294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792475" y="555375"/>
            <a:ext cx="9113400" cy="5977200"/>
          </a:xfrm>
          <a:prstGeom prst="roundRect">
            <a:avLst>
              <a:gd name="adj" fmla="val 8857"/>
            </a:avLst>
          </a:prstGeom>
          <a:solidFill>
            <a:srgbClr val="000000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9064675" y="1327575"/>
            <a:ext cx="731700" cy="63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7" name="Google Shape;17;p2"/>
          <p:cNvSpPr/>
          <p:nvPr/>
        </p:nvSpPr>
        <p:spPr>
          <a:xfrm rot="16200000">
            <a:off x="10223450" y="688575"/>
            <a:ext cx="1003200" cy="1913100"/>
          </a:xfrm>
          <a:prstGeom prst="trapezoid">
            <a:avLst>
              <a:gd name="adj" fmla="val 19525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9064675" y="1327575"/>
            <a:ext cx="731700" cy="635100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9938606" y="1334202"/>
            <a:ext cx="1769700" cy="400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مراجعة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939750" y="5504925"/>
            <a:ext cx="731700" cy="635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22" name="Google Shape;22;p2"/>
          <p:cNvSpPr/>
          <p:nvPr/>
        </p:nvSpPr>
        <p:spPr>
          <a:xfrm rot="16200000">
            <a:off x="10068575" y="4865925"/>
            <a:ext cx="1003200" cy="1913100"/>
          </a:xfrm>
          <a:prstGeom prst="trapezoid">
            <a:avLst>
              <a:gd name="adj" fmla="val 19525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8939750" y="5504925"/>
            <a:ext cx="731700" cy="635100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9789125" y="5622375"/>
            <a:ext cx="1769700" cy="400200"/>
          </a:xfrm>
          <a:prstGeom prst="rect">
            <a:avLst/>
          </a:prstGeom>
          <a:noFill/>
          <a:ln>
            <a:noFill/>
          </a:ln>
          <a:effectLst>
            <a:outerShdw dist="38100" dir="396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rPr>
              <a:t>INFO</a:t>
            </a:r>
            <a:endParaRPr sz="230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8939750" y="5504925"/>
            <a:ext cx="731700" cy="635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26" name="Google Shape;26;p2"/>
          <p:cNvSpPr/>
          <p:nvPr/>
        </p:nvSpPr>
        <p:spPr>
          <a:xfrm rot="16200000">
            <a:off x="10068575" y="4865925"/>
            <a:ext cx="1003200" cy="1913100"/>
          </a:xfrm>
          <a:prstGeom prst="trapezoid">
            <a:avLst>
              <a:gd name="adj" fmla="val 19525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939750" y="5504925"/>
            <a:ext cx="731700" cy="635100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9803814" y="5524413"/>
            <a:ext cx="1769700" cy="400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أقيّم</a:t>
            </a:r>
            <a:endParaRPr sz="28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9064675" y="4685775"/>
            <a:ext cx="731700" cy="63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31" name="Google Shape;31;p2"/>
          <p:cNvSpPr/>
          <p:nvPr/>
        </p:nvSpPr>
        <p:spPr>
          <a:xfrm rot="16200000">
            <a:off x="10223450" y="4046775"/>
            <a:ext cx="1003200" cy="1913100"/>
          </a:xfrm>
          <a:prstGeom prst="trapezoid">
            <a:avLst>
              <a:gd name="adj" fmla="val 19525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9064675" y="4685775"/>
            <a:ext cx="731700" cy="635100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9932402" y="4803225"/>
            <a:ext cx="1769700" cy="400200"/>
          </a:xfrm>
          <a:prstGeom prst="rect">
            <a:avLst/>
          </a:prstGeom>
          <a:noFill/>
          <a:ln>
            <a:noFill/>
          </a:ln>
          <a:effectLst>
            <a:outerShdw dist="38100" dir="396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rPr>
              <a:t>FRIDAY</a:t>
            </a:r>
            <a:endParaRPr sz="230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064675" y="4685775"/>
            <a:ext cx="731700" cy="63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35" name="Google Shape;35;p2"/>
          <p:cNvSpPr/>
          <p:nvPr/>
        </p:nvSpPr>
        <p:spPr>
          <a:xfrm rot="16200000">
            <a:off x="10223450" y="4046775"/>
            <a:ext cx="1003200" cy="1913100"/>
          </a:xfrm>
          <a:prstGeom prst="trapezoid">
            <a:avLst>
              <a:gd name="adj" fmla="val 19525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064675" y="4685775"/>
            <a:ext cx="731700" cy="635100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9938612" y="4735846"/>
            <a:ext cx="1769700" cy="400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أطبّق</a:t>
            </a:r>
            <a:endParaRPr sz="24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064675" y="3006675"/>
            <a:ext cx="731700" cy="635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40" name="Google Shape;40;p2"/>
          <p:cNvSpPr/>
          <p:nvPr/>
        </p:nvSpPr>
        <p:spPr>
          <a:xfrm rot="16200000">
            <a:off x="10223450" y="2367675"/>
            <a:ext cx="1003200" cy="1913100"/>
          </a:xfrm>
          <a:prstGeom prst="trapezoid">
            <a:avLst>
              <a:gd name="adj" fmla="val 19525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9064675" y="3006675"/>
            <a:ext cx="731700" cy="635100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10008595" y="3124137"/>
            <a:ext cx="1769700" cy="400200"/>
          </a:xfrm>
          <a:prstGeom prst="rect">
            <a:avLst/>
          </a:prstGeom>
          <a:noFill/>
          <a:ln>
            <a:noFill/>
          </a:ln>
          <a:effectLst>
            <a:outerShdw dist="38100" dir="396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rPr>
              <a:t>WEDNESDAY</a:t>
            </a:r>
            <a:endParaRPr sz="230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064675" y="3006675"/>
            <a:ext cx="731700" cy="635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44" name="Google Shape;44;p2"/>
          <p:cNvSpPr/>
          <p:nvPr/>
        </p:nvSpPr>
        <p:spPr>
          <a:xfrm rot="16200000">
            <a:off x="10223450" y="2367675"/>
            <a:ext cx="1003200" cy="1913100"/>
          </a:xfrm>
          <a:prstGeom prst="trapezoid">
            <a:avLst>
              <a:gd name="adj" fmla="val 19525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064675" y="3006675"/>
            <a:ext cx="731700" cy="635100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9857775" y="3088800"/>
            <a:ext cx="1769700" cy="400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أجرّب و أتثبت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939750" y="2146725"/>
            <a:ext cx="731700" cy="63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49" name="Google Shape;49;p2"/>
          <p:cNvSpPr/>
          <p:nvPr/>
        </p:nvSpPr>
        <p:spPr>
          <a:xfrm rot="16200000">
            <a:off x="10068575" y="1507725"/>
            <a:ext cx="1003200" cy="1913100"/>
          </a:xfrm>
          <a:prstGeom prst="trapezoid">
            <a:avLst>
              <a:gd name="adj" fmla="val 19525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939750" y="2146725"/>
            <a:ext cx="731700" cy="635100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9865325" y="2264175"/>
            <a:ext cx="1769700" cy="400200"/>
          </a:xfrm>
          <a:prstGeom prst="rect">
            <a:avLst/>
          </a:prstGeom>
          <a:noFill/>
          <a:ln>
            <a:noFill/>
          </a:ln>
          <a:effectLst>
            <a:outerShdw dist="38100" dir="396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rPr>
              <a:t>TUESDAY</a:t>
            </a:r>
            <a:endParaRPr sz="230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939750" y="2146725"/>
            <a:ext cx="731700" cy="63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53" name="Google Shape;53;p2"/>
          <p:cNvSpPr/>
          <p:nvPr/>
        </p:nvSpPr>
        <p:spPr>
          <a:xfrm rot="16200000">
            <a:off x="10068575" y="1507725"/>
            <a:ext cx="1003200" cy="1913100"/>
          </a:xfrm>
          <a:prstGeom prst="trapezoid">
            <a:avLst>
              <a:gd name="adj" fmla="val 19525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939750" y="2146725"/>
            <a:ext cx="731700" cy="635100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9857775" y="2025927"/>
            <a:ext cx="1769700" cy="400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u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وضعية استكشافية</a:t>
            </a:r>
            <a:endParaRPr sz="2400" b="1" u="none" dirty="0">
              <a:solidFill>
                <a:schemeClr val="dk2"/>
              </a:solidFill>
              <a:effectLst/>
              <a:latin typeface="Kufyan Arabic Black" panose="02000500000000000000" pitchFamily="2" charset="-78"/>
              <a:ea typeface="Ranchers"/>
              <a:cs typeface="Kufyan Arabic Black" panose="02000500000000000000" pitchFamily="2" charset="-78"/>
              <a:sym typeface="Ranchers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939750" y="3825825"/>
            <a:ext cx="731700" cy="6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58" name="Google Shape;58;p2"/>
          <p:cNvSpPr/>
          <p:nvPr/>
        </p:nvSpPr>
        <p:spPr>
          <a:xfrm rot="16200000">
            <a:off x="10068575" y="3186825"/>
            <a:ext cx="1003200" cy="1913100"/>
          </a:xfrm>
          <a:prstGeom prst="trapezoid">
            <a:avLst>
              <a:gd name="adj" fmla="val 19525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939750" y="3825825"/>
            <a:ext cx="731700" cy="635100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9941525" y="3943275"/>
            <a:ext cx="1769700" cy="400200"/>
          </a:xfrm>
          <a:prstGeom prst="rect">
            <a:avLst/>
          </a:prstGeom>
          <a:noFill/>
          <a:ln>
            <a:noFill/>
          </a:ln>
          <a:effectLst>
            <a:outerShdw dist="38100" dir="396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rPr>
              <a:t>THURSDAY</a:t>
            </a:r>
            <a:endParaRPr sz="230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939750" y="3825825"/>
            <a:ext cx="731700" cy="6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62" name="Google Shape;62;p2"/>
          <p:cNvSpPr/>
          <p:nvPr/>
        </p:nvSpPr>
        <p:spPr>
          <a:xfrm rot="16200000">
            <a:off x="10068575" y="3186825"/>
            <a:ext cx="1003200" cy="1913100"/>
          </a:xfrm>
          <a:prstGeom prst="trapezoid">
            <a:avLst>
              <a:gd name="adj" fmla="val 19525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939750" y="3825825"/>
            <a:ext cx="731700" cy="635100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9872573" y="3897150"/>
            <a:ext cx="1769700" cy="400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800" i="0" u="none" strike="noStrike" cap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أستنتج</a:t>
            </a:r>
            <a:endParaRPr sz="2800" dirty="0">
              <a:solidFill>
                <a:schemeClr val="dk2"/>
              </a:solidFill>
              <a:effectLst/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54481" y="778477"/>
            <a:ext cx="8887327" cy="5577595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825212" y="737097"/>
            <a:ext cx="8887327" cy="5577595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5664" y="792607"/>
            <a:ext cx="8887327" cy="5577595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6674" y="739116"/>
            <a:ext cx="8887327" cy="5577595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2" descr="A picture containing drawing&#10;&#10;Description automatically generated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 amt="14000"/>
          </a:blip>
          <a:srcRect b="20992"/>
          <a:stretch/>
        </p:blipFill>
        <p:spPr>
          <a:xfrm>
            <a:off x="1130925" y="1509650"/>
            <a:ext cx="8219524" cy="46288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/>
          <p:nvPr/>
        </p:nvSpPr>
        <p:spPr>
          <a:xfrm>
            <a:off x="2241200" y="4209426"/>
            <a:ext cx="6977525" cy="1901445"/>
          </a:xfrm>
          <a:custGeom>
            <a:avLst/>
            <a:gdLst/>
            <a:ahLst/>
            <a:cxnLst/>
            <a:rect l="l" t="t" r="r" b="b"/>
            <a:pathLst>
              <a:path w="279101" h="82127" extrusionOk="0">
                <a:moveTo>
                  <a:pt x="0" y="100"/>
                </a:moveTo>
                <a:cubicBezTo>
                  <a:pt x="6773" y="897"/>
                  <a:pt x="38947" y="-1892"/>
                  <a:pt x="40640" y="4881"/>
                </a:cubicBezTo>
                <a:cubicBezTo>
                  <a:pt x="42333" y="11654"/>
                  <a:pt x="2391" y="34365"/>
                  <a:pt x="10160" y="40740"/>
                </a:cubicBezTo>
                <a:cubicBezTo>
                  <a:pt x="17929" y="47115"/>
                  <a:pt x="81778" y="36258"/>
                  <a:pt x="87256" y="43131"/>
                </a:cubicBezTo>
                <a:cubicBezTo>
                  <a:pt x="92734" y="50004"/>
                  <a:pt x="11056" y="80783"/>
                  <a:pt x="43030" y="81978"/>
                </a:cubicBezTo>
                <a:cubicBezTo>
                  <a:pt x="75004" y="83173"/>
                  <a:pt x="239756" y="55582"/>
                  <a:pt x="279101" y="50303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71" name="Google Shape;71;p2"/>
          <p:cNvGrpSpPr>
            <a:grpSpLocks noGrp="1" noUngrp="1" noRot="1" noMove="1" noResize="1"/>
          </p:cNvGrpSpPr>
          <p:nvPr/>
        </p:nvGrpSpPr>
        <p:grpSpPr>
          <a:xfrm rot="-985835">
            <a:off x="1357221" y="2152562"/>
            <a:ext cx="1153636" cy="2102402"/>
            <a:chOff x="5930618" y="1536098"/>
            <a:chExt cx="1609023" cy="2932306"/>
          </a:xfrm>
        </p:grpSpPr>
        <p:grpSp>
          <p:nvGrpSpPr>
            <p:cNvPr id="72" name="Google Shape;72;p2"/>
            <p:cNvGrpSpPr>
              <a:grpSpLocks noGrp="1" noUngrp="1" noRot="1" noMove="1" noResize="1"/>
            </p:cNvGrpSpPr>
            <p:nvPr/>
          </p:nvGrpSpPr>
          <p:grpSpPr>
            <a:xfrm>
              <a:off x="5930618" y="1536098"/>
              <a:ext cx="1609023" cy="2932306"/>
              <a:chOff x="6208295" y="550435"/>
              <a:chExt cx="1609023" cy="2932306"/>
            </a:xfrm>
          </p:grpSpPr>
          <p:sp>
            <p:nvSpPr>
              <p:cNvPr id="73" name="Google Shape;73;p2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10800000">
                <a:off x="6225940" y="2188143"/>
                <a:ext cx="1560898" cy="1286577"/>
              </a:xfrm>
              <a:custGeom>
                <a:avLst/>
                <a:gdLst/>
                <a:ahLst/>
                <a:cxnLst/>
                <a:rect l="l" t="t" r="r" b="b"/>
                <a:pathLst>
                  <a:path w="1560898" h="1286577" extrusionOk="0">
                    <a:moveTo>
                      <a:pt x="1560898" y="1286577"/>
                    </a:moveTo>
                    <a:lnTo>
                      <a:pt x="11230" y="1286577"/>
                    </a:lnTo>
                    <a:lnTo>
                      <a:pt x="11230" y="539014"/>
                    </a:lnTo>
                    <a:lnTo>
                      <a:pt x="0" y="539014"/>
                    </a:lnTo>
                    <a:lnTo>
                      <a:pt x="774834" y="0"/>
                    </a:lnTo>
                    <a:lnTo>
                      <a:pt x="1545058" y="535807"/>
                    </a:lnTo>
                    <a:lnTo>
                      <a:pt x="1560898" y="535807"/>
                    </a:lnTo>
                    <a:close/>
                  </a:path>
                </a:pathLst>
              </a:custGeom>
              <a:solidFill>
                <a:srgbClr val="F7D38F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2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10800000">
                <a:off x="6989543" y="2200976"/>
                <a:ext cx="766816" cy="1280999"/>
              </a:xfrm>
              <a:custGeom>
                <a:avLst/>
                <a:gdLst/>
                <a:ahLst/>
                <a:cxnLst/>
                <a:rect l="l" t="t" r="r" b="b"/>
                <a:pathLst>
                  <a:path w="766816" h="1280999" extrusionOk="0">
                    <a:moveTo>
                      <a:pt x="766816" y="1280999"/>
                    </a:moveTo>
                    <a:lnTo>
                      <a:pt x="11230" y="1280999"/>
                    </a:lnTo>
                    <a:lnTo>
                      <a:pt x="11230" y="533436"/>
                    </a:lnTo>
                    <a:lnTo>
                      <a:pt x="0" y="533436"/>
                    </a:lnTo>
                    <a:lnTo>
                      <a:pt x="766816" y="0"/>
                    </a:lnTo>
                    <a:close/>
                  </a:path>
                </a:pathLst>
              </a:custGeom>
              <a:solidFill>
                <a:srgbClr val="FFFFFF">
                  <a:alpha val="2745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2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27545" y="582329"/>
                <a:ext cx="1544855" cy="2375474"/>
              </a:xfrm>
              <a:custGeom>
                <a:avLst/>
                <a:gdLst/>
                <a:ahLst/>
                <a:cxnLst/>
                <a:rect l="l" t="t" r="r" b="b"/>
                <a:pathLst>
                  <a:path w="1544855" h="2346147" extrusionOk="0">
                    <a:moveTo>
                      <a:pt x="546245" y="0"/>
                    </a:moveTo>
                    <a:lnTo>
                      <a:pt x="998610" y="0"/>
                    </a:lnTo>
                    <a:cubicBezTo>
                      <a:pt x="1300293" y="0"/>
                      <a:pt x="1544855" y="244562"/>
                      <a:pt x="1544855" y="546245"/>
                    </a:cubicBezTo>
                    <a:lnTo>
                      <a:pt x="1544855" y="2346147"/>
                    </a:lnTo>
                    <a:lnTo>
                      <a:pt x="1271992" y="1987617"/>
                    </a:lnTo>
                    <a:lnTo>
                      <a:pt x="1016906" y="2343752"/>
                    </a:lnTo>
                    <a:lnTo>
                      <a:pt x="755493" y="1987617"/>
                    </a:lnTo>
                    <a:lnTo>
                      <a:pt x="494081" y="2300439"/>
                    </a:lnTo>
                    <a:lnTo>
                      <a:pt x="238995" y="1987617"/>
                    </a:lnTo>
                    <a:lnTo>
                      <a:pt x="0" y="2302833"/>
                    </a:lnTo>
                    <a:lnTo>
                      <a:pt x="0" y="546245"/>
                    </a:lnTo>
                    <a:cubicBezTo>
                      <a:pt x="0" y="244562"/>
                      <a:pt x="244562" y="0"/>
                      <a:pt x="546245" y="0"/>
                    </a:cubicBezTo>
                    <a:close/>
                  </a:path>
                </a:pathLst>
              </a:custGeom>
              <a:solidFill>
                <a:srgbClr val="EFB43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2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501911" y="580726"/>
                <a:ext cx="1013174" cy="2375012"/>
              </a:xfrm>
              <a:custGeom>
                <a:avLst/>
                <a:gdLst/>
                <a:ahLst/>
                <a:cxnLst/>
                <a:rect l="l" t="t" r="r" b="b"/>
                <a:pathLst>
                  <a:path w="1013174" h="2375012" extrusionOk="0">
                    <a:moveTo>
                      <a:pt x="618189" y="0"/>
                    </a:moveTo>
                    <a:lnTo>
                      <a:pt x="722641" y="0"/>
                    </a:lnTo>
                    <a:cubicBezTo>
                      <a:pt x="798062" y="0"/>
                      <a:pt x="869913" y="15489"/>
                      <a:pt x="935264" y="43499"/>
                    </a:cubicBezTo>
                    <a:lnTo>
                      <a:pt x="1013174" y="86351"/>
                    </a:lnTo>
                    <a:lnTo>
                      <a:pt x="976198" y="2042175"/>
                    </a:lnTo>
                    <a:lnTo>
                      <a:pt x="740937" y="2375012"/>
                    </a:lnTo>
                    <a:lnTo>
                      <a:pt x="661003" y="2264663"/>
                    </a:lnTo>
                    <a:close/>
                    <a:moveTo>
                      <a:pt x="270276" y="0"/>
                    </a:moveTo>
                    <a:lnTo>
                      <a:pt x="345974" y="0"/>
                    </a:lnTo>
                    <a:lnTo>
                      <a:pt x="386192" y="2127303"/>
                    </a:lnTo>
                    <a:lnTo>
                      <a:pt x="218112" y="2331121"/>
                    </a:lnTo>
                    <a:lnTo>
                      <a:pt x="0" y="2060074"/>
                    </a:lnTo>
                    <a:lnTo>
                      <a:pt x="37919" y="54353"/>
                    </a:lnTo>
                    <a:lnTo>
                      <a:pt x="57653" y="43499"/>
                    </a:lnTo>
                    <a:cubicBezTo>
                      <a:pt x="123005" y="15489"/>
                      <a:pt x="194855" y="0"/>
                      <a:pt x="270276" y="0"/>
                    </a:cubicBezTo>
                    <a:close/>
                  </a:path>
                </a:pathLst>
              </a:custGeom>
              <a:solidFill>
                <a:srgbClr val="FFFFFF">
                  <a:alpha val="2745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2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30753" y="556661"/>
                <a:ext cx="1544855" cy="555056"/>
              </a:xfrm>
              <a:custGeom>
                <a:avLst/>
                <a:gdLst/>
                <a:ahLst/>
                <a:cxnLst/>
                <a:rect l="l" t="t" r="r" b="b"/>
                <a:pathLst>
                  <a:path w="1544855" h="555056" extrusionOk="0">
                    <a:moveTo>
                      <a:pt x="546245" y="0"/>
                    </a:moveTo>
                    <a:lnTo>
                      <a:pt x="998610" y="0"/>
                    </a:lnTo>
                    <a:cubicBezTo>
                      <a:pt x="1300293" y="0"/>
                      <a:pt x="1544855" y="244562"/>
                      <a:pt x="1544855" y="546245"/>
                    </a:cubicBezTo>
                    <a:lnTo>
                      <a:pt x="1544855" y="555056"/>
                    </a:lnTo>
                    <a:lnTo>
                      <a:pt x="0" y="555056"/>
                    </a:lnTo>
                    <a:lnTo>
                      <a:pt x="0" y="546245"/>
                    </a:lnTo>
                    <a:cubicBezTo>
                      <a:pt x="0" y="244562"/>
                      <a:pt x="244562" y="0"/>
                      <a:pt x="546245" y="0"/>
                    </a:cubicBezTo>
                    <a:close/>
                  </a:path>
                </a:pathLst>
              </a:custGeom>
              <a:solidFill>
                <a:srgbClr val="E3607D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2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765353" y="3234088"/>
                <a:ext cx="499017" cy="248653"/>
              </a:xfrm>
              <a:custGeom>
                <a:avLst/>
                <a:gdLst/>
                <a:ahLst/>
                <a:cxnLst/>
                <a:rect l="l" t="t" r="r" b="b"/>
                <a:pathLst>
                  <a:path w="499017" h="248653" extrusionOk="0">
                    <a:moveTo>
                      <a:pt x="249058" y="0"/>
                    </a:moveTo>
                    <a:cubicBezTo>
                      <a:pt x="311852" y="0"/>
                      <a:pt x="371674" y="12726"/>
                      <a:pt x="426085" y="35740"/>
                    </a:cubicBezTo>
                    <a:lnTo>
                      <a:pt x="499017" y="75327"/>
                    </a:lnTo>
                    <a:lnTo>
                      <a:pt x="249860" y="248653"/>
                    </a:lnTo>
                    <a:lnTo>
                      <a:pt x="0" y="74838"/>
                    </a:lnTo>
                    <a:lnTo>
                      <a:pt x="72032" y="35740"/>
                    </a:lnTo>
                    <a:cubicBezTo>
                      <a:pt x="126443" y="12726"/>
                      <a:pt x="186264" y="0"/>
                      <a:pt x="24905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2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08295" y="1063591"/>
                <a:ext cx="1597800" cy="375300"/>
              </a:xfrm>
              <a:prstGeom prst="roundRect">
                <a:avLst>
                  <a:gd name="adj" fmla="val 16667"/>
                </a:avLst>
              </a:prstGeom>
              <a:solidFill>
                <a:srgbClr val="A8BFD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2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6994360" y="550435"/>
                <a:ext cx="774832" cy="512039"/>
              </a:xfrm>
              <a:custGeom>
                <a:avLst/>
                <a:gdLst/>
                <a:ahLst/>
                <a:cxnLst/>
                <a:rect l="l" t="t" r="r" b="b"/>
                <a:pathLst>
                  <a:path w="774832" h="555056" extrusionOk="0">
                    <a:moveTo>
                      <a:pt x="546245" y="0"/>
                    </a:moveTo>
                    <a:lnTo>
                      <a:pt x="774832" y="0"/>
                    </a:lnTo>
                    <a:lnTo>
                      <a:pt x="774832" y="555056"/>
                    </a:lnTo>
                    <a:lnTo>
                      <a:pt x="0" y="555056"/>
                    </a:lnTo>
                    <a:lnTo>
                      <a:pt x="0" y="546245"/>
                    </a:lnTo>
                    <a:cubicBezTo>
                      <a:pt x="0" y="244562"/>
                      <a:pt x="244562" y="0"/>
                      <a:pt x="546245" y="0"/>
                    </a:cubicBezTo>
                    <a:close/>
                  </a:path>
                </a:pathLst>
              </a:custGeom>
              <a:solidFill>
                <a:srgbClr val="FFFFFF">
                  <a:alpha val="2745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2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6993134" y="1066800"/>
                <a:ext cx="824184" cy="375385"/>
              </a:xfrm>
              <a:custGeom>
                <a:avLst/>
                <a:gdLst/>
                <a:ahLst/>
                <a:cxnLst/>
                <a:rect l="l" t="t" r="r" b="b"/>
                <a:pathLst>
                  <a:path w="792485" h="375385" extrusionOk="0">
                    <a:moveTo>
                      <a:pt x="62565" y="0"/>
                    </a:moveTo>
                    <a:lnTo>
                      <a:pt x="792485" y="0"/>
                    </a:lnTo>
                    <a:lnTo>
                      <a:pt x="792485" y="375385"/>
                    </a:lnTo>
                    <a:lnTo>
                      <a:pt x="62565" y="375385"/>
                    </a:lnTo>
                    <a:cubicBezTo>
                      <a:pt x="28011" y="375385"/>
                      <a:pt x="0" y="347374"/>
                      <a:pt x="0" y="312820"/>
                    </a:cubicBezTo>
                    <a:lnTo>
                      <a:pt x="0" y="62565"/>
                    </a:lnTo>
                    <a:cubicBezTo>
                      <a:pt x="0" y="28011"/>
                      <a:pt x="28011" y="0"/>
                      <a:pt x="62565" y="0"/>
                    </a:cubicBezTo>
                    <a:close/>
                  </a:path>
                </a:pathLst>
              </a:custGeom>
              <a:solidFill>
                <a:srgbClr val="FFFFFF">
                  <a:alpha val="2745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382576" y="3113772"/>
              <a:ext cx="67500" cy="540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376159" y="2890787"/>
              <a:ext cx="67500" cy="144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731266" y="2457649"/>
              <a:ext cx="67500" cy="432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734474" y="2956560"/>
              <a:ext cx="67500" cy="108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3200062">
              <a:off x="7093647" y="3970895"/>
              <a:ext cx="67320" cy="324003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6680505" y="1450126"/>
              <a:ext cx="97200" cy="15957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3484535">
              <a:off x="6838763" y="4268957"/>
              <a:ext cx="67511" cy="107961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1504720">
              <a:off x="7344127" y="1872139"/>
              <a:ext cx="67239" cy="108035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3012820">
              <a:off x="7177533" y="1614475"/>
              <a:ext cx="114388" cy="226856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5206" y="737100"/>
            <a:ext cx="8887327" cy="1126018"/>
          </a:xfrm>
          <a:custGeom>
            <a:avLst/>
            <a:gdLst/>
            <a:ahLst/>
            <a:cxnLst/>
            <a:rect l="l" t="t" r="r" b="b"/>
            <a:pathLst>
              <a:path w="8887327" h="1126018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747749"/>
                </a:lnTo>
                <a:lnTo>
                  <a:pt x="8819387" y="744513"/>
                </a:lnTo>
                <a:lnTo>
                  <a:pt x="8698274" y="780847"/>
                </a:lnTo>
                <a:lnTo>
                  <a:pt x="8631662" y="998850"/>
                </a:lnTo>
                <a:lnTo>
                  <a:pt x="8365215" y="1023072"/>
                </a:lnTo>
                <a:cubicBezTo>
                  <a:pt x="8359831" y="1017688"/>
                  <a:pt x="8340998" y="998854"/>
                  <a:pt x="8340992" y="998850"/>
                </a:cubicBezTo>
                <a:cubicBezTo>
                  <a:pt x="8327433" y="988003"/>
                  <a:pt x="8312733" y="978664"/>
                  <a:pt x="8298603" y="968571"/>
                </a:cubicBezTo>
                <a:lnTo>
                  <a:pt x="8122990" y="829292"/>
                </a:lnTo>
                <a:lnTo>
                  <a:pt x="8056378" y="823236"/>
                </a:lnTo>
                <a:lnTo>
                  <a:pt x="7802041" y="926182"/>
                </a:lnTo>
                <a:lnTo>
                  <a:pt x="7717262" y="1083628"/>
                </a:lnTo>
                <a:lnTo>
                  <a:pt x="7414481" y="1095740"/>
                </a:lnTo>
                <a:lnTo>
                  <a:pt x="7105644" y="823236"/>
                </a:lnTo>
                <a:lnTo>
                  <a:pt x="6609082" y="853514"/>
                </a:lnTo>
                <a:lnTo>
                  <a:pt x="6748362" y="944349"/>
                </a:lnTo>
                <a:lnTo>
                  <a:pt x="6076187" y="1023072"/>
                </a:lnTo>
                <a:lnTo>
                  <a:pt x="5664404" y="865626"/>
                </a:lnTo>
                <a:lnTo>
                  <a:pt x="5482735" y="805069"/>
                </a:lnTo>
                <a:lnTo>
                  <a:pt x="5083064" y="938293"/>
                </a:lnTo>
                <a:lnTo>
                  <a:pt x="4943784" y="1077573"/>
                </a:lnTo>
                <a:lnTo>
                  <a:pt x="4586502" y="926182"/>
                </a:lnTo>
                <a:lnTo>
                  <a:pt x="4235276" y="962516"/>
                </a:lnTo>
                <a:lnTo>
                  <a:pt x="4156552" y="998850"/>
                </a:lnTo>
                <a:lnTo>
                  <a:pt x="3884049" y="1041239"/>
                </a:lnTo>
                <a:lnTo>
                  <a:pt x="3787159" y="974627"/>
                </a:lnTo>
                <a:cubicBezTo>
                  <a:pt x="3756138" y="974627"/>
                  <a:pt x="3823657" y="975207"/>
                  <a:pt x="3720547" y="956460"/>
                </a:cubicBezTo>
                <a:cubicBezTo>
                  <a:pt x="3696633" y="952112"/>
                  <a:pt x="3672102" y="952423"/>
                  <a:pt x="3647880" y="950405"/>
                </a:cubicBezTo>
                <a:lnTo>
                  <a:pt x="3478322" y="956460"/>
                </a:lnTo>
                <a:lnTo>
                  <a:pt x="3393543" y="1023072"/>
                </a:lnTo>
                <a:cubicBezTo>
                  <a:pt x="3368338" y="1023072"/>
                  <a:pt x="3389403" y="1022434"/>
                  <a:pt x="3332987" y="1041239"/>
                </a:cubicBezTo>
                <a:lnTo>
                  <a:pt x="3236097" y="1071517"/>
                </a:lnTo>
                <a:lnTo>
                  <a:pt x="3127096" y="1071517"/>
                </a:lnTo>
                <a:lnTo>
                  <a:pt x="2769813" y="1059406"/>
                </a:lnTo>
                <a:cubicBezTo>
                  <a:pt x="2674578" y="1059406"/>
                  <a:pt x="2720978" y="1063739"/>
                  <a:pt x="2630534" y="1047295"/>
                </a:cubicBezTo>
                <a:lnTo>
                  <a:pt x="2648701" y="1010961"/>
                </a:lnTo>
                <a:lnTo>
                  <a:pt x="2781925" y="883793"/>
                </a:lnTo>
                <a:lnTo>
                  <a:pt x="2569978" y="895904"/>
                </a:lnTo>
                <a:lnTo>
                  <a:pt x="2485199" y="914071"/>
                </a:lnTo>
                <a:lnTo>
                  <a:pt x="2509421" y="1119962"/>
                </a:lnTo>
                <a:lnTo>
                  <a:pt x="1994693" y="1053350"/>
                </a:lnTo>
                <a:cubicBezTo>
                  <a:pt x="1960921" y="1036465"/>
                  <a:pt x="2009892" y="1064780"/>
                  <a:pt x="1976526" y="1023072"/>
                </a:cubicBezTo>
                <a:cubicBezTo>
                  <a:pt x="1964901" y="1008540"/>
                  <a:pt x="1948267" y="998849"/>
                  <a:pt x="1934137" y="986738"/>
                </a:cubicBezTo>
                <a:lnTo>
                  <a:pt x="1637411" y="883793"/>
                </a:lnTo>
                <a:lnTo>
                  <a:pt x="1322518" y="956460"/>
                </a:lnTo>
                <a:lnTo>
                  <a:pt x="1377019" y="1059406"/>
                </a:lnTo>
                <a:lnTo>
                  <a:pt x="1165072" y="1095740"/>
                </a:lnTo>
                <a:cubicBezTo>
                  <a:pt x="1161035" y="1095740"/>
                  <a:pt x="1156709" y="1097240"/>
                  <a:pt x="1152960" y="1095740"/>
                </a:cubicBezTo>
                <a:cubicBezTo>
                  <a:pt x="1131017" y="1086962"/>
                  <a:pt x="1109595" y="1054229"/>
                  <a:pt x="1098460" y="1041239"/>
                </a:cubicBezTo>
                <a:lnTo>
                  <a:pt x="874401" y="889848"/>
                </a:lnTo>
                <a:lnTo>
                  <a:pt x="777511" y="877737"/>
                </a:lnTo>
                <a:lnTo>
                  <a:pt x="462619" y="1126018"/>
                </a:lnTo>
                <a:lnTo>
                  <a:pt x="0" y="912501"/>
                </a:ln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2"/>
          <p:cNvGrpSpPr>
            <a:grpSpLocks noGrp="1" noUngrp="1" noRot="1" noMove="1" noResize="1"/>
          </p:cNvGrpSpPr>
          <p:nvPr/>
        </p:nvGrpSpPr>
        <p:grpSpPr>
          <a:xfrm>
            <a:off x="1326140" y="278554"/>
            <a:ext cx="7817443" cy="939587"/>
            <a:chOff x="1371600" y="234214"/>
            <a:chExt cx="7736979" cy="822900"/>
          </a:xfrm>
        </p:grpSpPr>
        <p:sp>
          <p:nvSpPr>
            <p:cNvPr id="93" name="Google Shape;93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7160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7649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139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8629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19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96095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0994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5893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10792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15691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2059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92548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3038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93528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4018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4507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>
            <a:hlinkClick r:id="rId3" action="ppaction://hlinksldjump"/>
          </p:cNvPr>
          <p:cNvSpPr/>
          <p:nvPr/>
        </p:nvSpPr>
        <p:spPr>
          <a:xfrm>
            <a:off x="9855275" y="125066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2">
            <a:hlinkClick r:id="rId4" action="ppaction://hlinksldjump"/>
          </p:cNvPr>
          <p:cNvSpPr/>
          <p:nvPr/>
        </p:nvSpPr>
        <p:spPr>
          <a:xfrm>
            <a:off x="9786323" y="207489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>
            <a:hlinkClick r:id="rId5" action="ppaction://hlinksldjump"/>
          </p:cNvPr>
          <p:cNvSpPr/>
          <p:nvPr/>
        </p:nvSpPr>
        <p:spPr>
          <a:xfrm>
            <a:off x="9796375" y="2937384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>
            <a:hlinkClick r:id="rId6" action="ppaction://hlinksldjump"/>
          </p:cNvPr>
          <p:cNvSpPr/>
          <p:nvPr/>
        </p:nvSpPr>
        <p:spPr>
          <a:xfrm>
            <a:off x="9739400" y="3770488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113;p2">
            <a:hlinkClick r:id="rId7" action="ppaction://hlinksldjump"/>
          </p:cNvPr>
          <p:cNvSpPr/>
          <p:nvPr/>
        </p:nvSpPr>
        <p:spPr>
          <a:xfrm>
            <a:off x="9815898" y="462210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">
            <a:hlinkClick r:id="rId8" action="ppaction://hlinksldjump"/>
          </p:cNvPr>
          <p:cNvSpPr/>
          <p:nvPr/>
        </p:nvSpPr>
        <p:spPr>
          <a:xfrm>
            <a:off x="9717564" y="5404654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2 Monday" userDrawn="1">
  <p:cSld name="CUSTOM_14">
    <p:bg>
      <p:bgPr>
        <a:solidFill>
          <a:schemeClr val="accen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47;p2">
            <a:extLst>
              <a:ext uri="{FF2B5EF4-FFF2-40B4-BE49-F238E27FC236}">
                <a16:creationId xmlns:a16="http://schemas.microsoft.com/office/drawing/2014/main" id="{C3223432-4A39-1209-3A4D-C94EE67C5ED7}"/>
              </a:ext>
            </a:extLst>
          </p:cNvPr>
          <p:cNvGrpSpPr/>
          <p:nvPr userDrawn="1"/>
        </p:nvGrpSpPr>
        <p:grpSpPr>
          <a:xfrm>
            <a:off x="9093351" y="1846735"/>
            <a:ext cx="2919949" cy="1100066"/>
            <a:chOff x="8939750" y="1962675"/>
            <a:chExt cx="2695275" cy="1003200"/>
          </a:xfrm>
        </p:grpSpPr>
        <p:sp>
          <p:nvSpPr>
            <p:cNvPr id="3" name="Google Shape;48;p2">
              <a:extLst>
                <a:ext uri="{FF2B5EF4-FFF2-40B4-BE49-F238E27FC236}">
                  <a16:creationId xmlns:a16="http://schemas.microsoft.com/office/drawing/2014/main" id="{37ABED3D-720E-EB04-FF9C-CF2C60744501}"/>
                </a:ext>
              </a:extLst>
            </p:cNvPr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" name="Google Shape;49;p2">
              <a:extLst>
                <a:ext uri="{FF2B5EF4-FFF2-40B4-BE49-F238E27FC236}">
                  <a16:creationId xmlns:a16="http://schemas.microsoft.com/office/drawing/2014/main" id="{4FBF044D-3F1B-D2BE-2F28-7AFD7BF493D3}"/>
                </a:ext>
              </a:extLst>
            </p:cNvPr>
            <p:cNvSpPr/>
            <p:nvPr/>
          </p:nvSpPr>
          <p:spPr>
            <a:xfrm rot="16200000">
              <a:off x="10068575" y="15077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" name="Google Shape;50;p2">
              <a:extLst>
                <a:ext uri="{FF2B5EF4-FFF2-40B4-BE49-F238E27FC236}">
                  <a16:creationId xmlns:a16="http://schemas.microsoft.com/office/drawing/2014/main" id="{4D52673C-E372-01C9-A185-161FE6D8B222}"/>
                </a:ext>
              </a:extLst>
            </p:cNvPr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" name="Google Shape;51;p2">
              <a:extLst>
                <a:ext uri="{FF2B5EF4-FFF2-40B4-BE49-F238E27FC236}">
                  <a16:creationId xmlns:a16="http://schemas.microsoft.com/office/drawing/2014/main" id="{E14A4D71-E1E5-09B6-4F01-EBCCBB07D4AE}"/>
                </a:ext>
              </a:extLst>
            </p:cNvPr>
            <p:cNvSpPr txBox="1"/>
            <p:nvPr/>
          </p:nvSpPr>
          <p:spPr>
            <a:xfrm>
              <a:off x="9865325" y="22641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TUESDAY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7" name="Google Shape;52;p2">
              <a:extLst>
                <a:ext uri="{FF2B5EF4-FFF2-40B4-BE49-F238E27FC236}">
                  <a16:creationId xmlns:a16="http://schemas.microsoft.com/office/drawing/2014/main" id="{9E677BE1-3531-C9C3-369C-872C588C58DD}"/>
                </a:ext>
              </a:extLst>
            </p:cNvPr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8" name="Google Shape;53;p2">
              <a:extLst>
                <a:ext uri="{FF2B5EF4-FFF2-40B4-BE49-F238E27FC236}">
                  <a16:creationId xmlns:a16="http://schemas.microsoft.com/office/drawing/2014/main" id="{3E30C782-9714-CB4A-BD83-830DE3DA3F59}"/>
                </a:ext>
              </a:extLst>
            </p:cNvPr>
            <p:cNvSpPr/>
            <p:nvPr/>
          </p:nvSpPr>
          <p:spPr>
            <a:xfrm rot="16200000">
              <a:off x="10068575" y="15077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9" name="Google Shape;54;p2">
              <a:extLst>
                <a:ext uri="{FF2B5EF4-FFF2-40B4-BE49-F238E27FC236}">
                  <a16:creationId xmlns:a16="http://schemas.microsoft.com/office/drawing/2014/main" id="{115710BB-322C-6C64-A939-6C279E8EBC87}"/>
                </a:ext>
              </a:extLst>
            </p:cNvPr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0" name="Google Shape;55;p2">
              <a:extLst>
                <a:ext uri="{FF2B5EF4-FFF2-40B4-BE49-F238E27FC236}">
                  <a16:creationId xmlns:a16="http://schemas.microsoft.com/office/drawing/2014/main" id="{B85849BE-0908-AF56-F751-62405878FE9A}"/>
                </a:ext>
              </a:extLst>
            </p:cNvPr>
            <p:cNvSpPr txBox="1"/>
            <p:nvPr/>
          </p:nvSpPr>
          <p:spPr>
            <a:xfrm>
              <a:off x="9857775" y="2025927"/>
              <a:ext cx="1769700" cy="400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TN" sz="2400" b="1" u="none" dirty="0">
                  <a:solidFill>
                    <a:schemeClr val="dk2"/>
                  </a:solidFill>
                  <a:effectLst/>
                  <a:latin typeface="Kufyan Arabic Black" panose="02000500000000000000" pitchFamily="2" charset="-78"/>
                  <a:ea typeface="Ranchers"/>
                  <a:cs typeface="Kufyan Arabic Black" panose="02000500000000000000" pitchFamily="2" charset="-78"/>
                  <a:sym typeface="Ranchers"/>
                </a:rPr>
                <a:t>وضعية استكشافية</a:t>
              </a:r>
              <a:endParaRPr sz="2400" b="1" u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endParaRPr>
            </a:p>
          </p:txBody>
        </p:sp>
      </p:grpSp>
      <p:grpSp>
        <p:nvGrpSpPr>
          <p:cNvPr id="12" name="Google Shape;38;p2">
            <a:extLst>
              <a:ext uri="{FF2B5EF4-FFF2-40B4-BE49-F238E27FC236}">
                <a16:creationId xmlns:a16="http://schemas.microsoft.com/office/drawing/2014/main" id="{A85A972B-0108-0C5F-34EA-7F6184B81814}"/>
              </a:ext>
            </a:extLst>
          </p:cNvPr>
          <p:cNvGrpSpPr/>
          <p:nvPr userDrawn="1"/>
        </p:nvGrpSpPr>
        <p:grpSpPr>
          <a:xfrm>
            <a:off x="9228690" y="2789719"/>
            <a:ext cx="2939823" cy="1100066"/>
            <a:chOff x="9064675" y="2822625"/>
            <a:chExt cx="2713620" cy="1003200"/>
          </a:xfrm>
        </p:grpSpPr>
        <p:sp>
          <p:nvSpPr>
            <p:cNvPr id="13" name="Google Shape;39;p2">
              <a:extLst>
                <a:ext uri="{FF2B5EF4-FFF2-40B4-BE49-F238E27FC236}">
                  <a16:creationId xmlns:a16="http://schemas.microsoft.com/office/drawing/2014/main" id="{C8A4A0CF-BDAC-ABEB-58FC-71928F61406B}"/>
                </a:ext>
              </a:extLst>
            </p:cNvPr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4" name="Google Shape;40;p2">
              <a:extLst>
                <a:ext uri="{FF2B5EF4-FFF2-40B4-BE49-F238E27FC236}">
                  <a16:creationId xmlns:a16="http://schemas.microsoft.com/office/drawing/2014/main" id="{ABEAECC2-D0FF-BF6F-F9F5-3E943ADBA680}"/>
                </a:ext>
              </a:extLst>
            </p:cNvPr>
            <p:cNvSpPr/>
            <p:nvPr/>
          </p:nvSpPr>
          <p:spPr>
            <a:xfrm rot="-5400000">
              <a:off x="10223450" y="23676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5" name="Google Shape;41;p2">
              <a:extLst>
                <a:ext uri="{FF2B5EF4-FFF2-40B4-BE49-F238E27FC236}">
                  <a16:creationId xmlns:a16="http://schemas.microsoft.com/office/drawing/2014/main" id="{5BB1A262-F788-9869-D8F0-7B285A57588C}"/>
                </a:ext>
              </a:extLst>
            </p:cNvPr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6" name="Google Shape;42;p2">
              <a:extLst>
                <a:ext uri="{FF2B5EF4-FFF2-40B4-BE49-F238E27FC236}">
                  <a16:creationId xmlns:a16="http://schemas.microsoft.com/office/drawing/2014/main" id="{3460C8B0-3285-C58B-B2E9-2B6C9BEA4F2A}"/>
                </a:ext>
              </a:extLst>
            </p:cNvPr>
            <p:cNvSpPr txBox="1"/>
            <p:nvPr/>
          </p:nvSpPr>
          <p:spPr>
            <a:xfrm>
              <a:off x="10008595" y="3124137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WEDNESDAY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17" name="Google Shape;43;p2">
              <a:extLst>
                <a:ext uri="{FF2B5EF4-FFF2-40B4-BE49-F238E27FC236}">
                  <a16:creationId xmlns:a16="http://schemas.microsoft.com/office/drawing/2014/main" id="{FECB7616-7752-EA62-42E8-34F115C9132D}"/>
                </a:ext>
              </a:extLst>
            </p:cNvPr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8" name="Google Shape;44;p2">
              <a:extLst>
                <a:ext uri="{FF2B5EF4-FFF2-40B4-BE49-F238E27FC236}">
                  <a16:creationId xmlns:a16="http://schemas.microsoft.com/office/drawing/2014/main" id="{4C6209E1-6E9E-9786-688B-25552F131E1B}"/>
                </a:ext>
              </a:extLst>
            </p:cNvPr>
            <p:cNvSpPr/>
            <p:nvPr/>
          </p:nvSpPr>
          <p:spPr>
            <a:xfrm rot="-5400000">
              <a:off x="10223450" y="23676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9" name="Google Shape;45;p2">
              <a:extLst>
                <a:ext uri="{FF2B5EF4-FFF2-40B4-BE49-F238E27FC236}">
                  <a16:creationId xmlns:a16="http://schemas.microsoft.com/office/drawing/2014/main" id="{FBE566C6-4C9C-EA67-A283-C02094F03CEE}"/>
                </a:ext>
              </a:extLst>
            </p:cNvPr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0" name="Google Shape;46;p2">
              <a:extLst>
                <a:ext uri="{FF2B5EF4-FFF2-40B4-BE49-F238E27FC236}">
                  <a16:creationId xmlns:a16="http://schemas.microsoft.com/office/drawing/2014/main" id="{443E8581-FE38-BCBC-705A-5EFCA895053B}"/>
                </a:ext>
              </a:extLst>
            </p:cNvPr>
            <p:cNvSpPr txBox="1"/>
            <p:nvPr/>
          </p:nvSpPr>
          <p:spPr>
            <a:xfrm>
              <a:off x="9857775" y="3088800"/>
              <a:ext cx="1769700" cy="400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TN" sz="2400" i="0" u="none" strike="noStrike" cap="none" dirty="0">
                  <a:solidFill>
                    <a:schemeClr val="dk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ufyan Arabic Black" panose="02000500000000000000" pitchFamily="2" charset="-78"/>
                  <a:ea typeface="Ranchers"/>
                  <a:cs typeface="Kufyan Arabic Black" panose="02000500000000000000" pitchFamily="2" charset="-78"/>
                  <a:sym typeface="Ranchers"/>
                </a:rPr>
                <a:t>أجرّب و أتثبت</a:t>
              </a:r>
              <a:endParaRPr sz="2000" dirty="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</p:grpSp>
      <p:grpSp>
        <p:nvGrpSpPr>
          <p:cNvPr id="22" name="Google Shape;56;p2">
            <a:extLst>
              <a:ext uri="{FF2B5EF4-FFF2-40B4-BE49-F238E27FC236}">
                <a16:creationId xmlns:a16="http://schemas.microsoft.com/office/drawing/2014/main" id="{9CA7C6BA-0A83-2226-C3BC-CEB32EBE7D94}"/>
              </a:ext>
            </a:extLst>
          </p:cNvPr>
          <p:cNvGrpSpPr/>
          <p:nvPr userDrawn="1"/>
        </p:nvGrpSpPr>
        <p:grpSpPr>
          <a:xfrm>
            <a:off x="9093351" y="3687963"/>
            <a:ext cx="3002501" cy="1100066"/>
            <a:chOff x="8939750" y="3641775"/>
            <a:chExt cx="2771475" cy="1003200"/>
          </a:xfrm>
        </p:grpSpPr>
        <p:sp>
          <p:nvSpPr>
            <p:cNvPr id="23" name="Google Shape;57;p2">
              <a:extLst>
                <a:ext uri="{FF2B5EF4-FFF2-40B4-BE49-F238E27FC236}">
                  <a16:creationId xmlns:a16="http://schemas.microsoft.com/office/drawing/2014/main" id="{C35A4FE5-2699-17F0-3126-016EB08E9DB0}"/>
                </a:ext>
              </a:extLst>
            </p:cNvPr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4" name="Google Shape;58;p2">
              <a:extLst>
                <a:ext uri="{FF2B5EF4-FFF2-40B4-BE49-F238E27FC236}">
                  <a16:creationId xmlns:a16="http://schemas.microsoft.com/office/drawing/2014/main" id="{F5F134F7-B0C3-4358-6E5D-A84578238C07}"/>
                </a:ext>
              </a:extLst>
            </p:cNvPr>
            <p:cNvSpPr/>
            <p:nvPr/>
          </p:nvSpPr>
          <p:spPr>
            <a:xfrm rot="-5400000">
              <a:off x="10068575" y="31868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5" name="Google Shape;59;p2">
              <a:extLst>
                <a:ext uri="{FF2B5EF4-FFF2-40B4-BE49-F238E27FC236}">
                  <a16:creationId xmlns:a16="http://schemas.microsoft.com/office/drawing/2014/main" id="{2CC7E178-B2C6-6C4A-4AE2-A38556CEB785}"/>
                </a:ext>
              </a:extLst>
            </p:cNvPr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6" name="Google Shape;60;p2">
              <a:extLst>
                <a:ext uri="{FF2B5EF4-FFF2-40B4-BE49-F238E27FC236}">
                  <a16:creationId xmlns:a16="http://schemas.microsoft.com/office/drawing/2014/main" id="{554E7DD6-AC92-11A2-0E5E-116AB67AD77E}"/>
                </a:ext>
              </a:extLst>
            </p:cNvPr>
            <p:cNvSpPr txBox="1"/>
            <p:nvPr/>
          </p:nvSpPr>
          <p:spPr>
            <a:xfrm>
              <a:off x="9941525" y="39432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THURSDAY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27" name="Google Shape;61;p2">
              <a:extLst>
                <a:ext uri="{FF2B5EF4-FFF2-40B4-BE49-F238E27FC236}">
                  <a16:creationId xmlns:a16="http://schemas.microsoft.com/office/drawing/2014/main" id="{02726F3B-2679-7135-55C4-06C2EEDCF31D}"/>
                </a:ext>
              </a:extLst>
            </p:cNvPr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8" name="Google Shape;62;p2">
              <a:extLst>
                <a:ext uri="{FF2B5EF4-FFF2-40B4-BE49-F238E27FC236}">
                  <a16:creationId xmlns:a16="http://schemas.microsoft.com/office/drawing/2014/main" id="{6E3A3C94-93E0-CB0E-89F4-7D53B059E58E}"/>
                </a:ext>
              </a:extLst>
            </p:cNvPr>
            <p:cNvSpPr/>
            <p:nvPr/>
          </p:nvSpPr>
          <p:spPr>
            <a:xfrm rot="-5400000">
              <a:off x="10068575" y="31868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9" name="Google Shape;63;p2">
              <a:extLst>
                <a:ext uri="{FF2B5EF4-FFF2-40B4-BE49-F238E27FC236}">
                  <a16:creationId xmlns:a16="http://schemas.microsoft.com/office/drawing/2014/main" id="{EE670B3A-FAF0-587B-0831-140D81DAE75D}"/>
                </a:ext>
              </a:extLst>
            </p:cNvPr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0" name="Google Shape;64;p2">
              <a:extLst>
                <a:ext uri="{FF2B5EF4-FFF2-40B4-BE49-F238E27FC236}">
                  <a16:creationId xmlns:a16="http://schemas.microsoft.com/office/drawing/2014/main" id="{3389FDF6-9974-5EDE-4285-FAEB5568D41B}"/>
                </a:ext>
              </a:extLst>
            </p:cNvPr>
            <p:cNvSpPr txBox="1"/>
            <p:nvPr/>
          </p:nvSpPr>
          <p:spPr>
            <a:xfrm>
              <a:off x="9872573" y="3897150"/>
              <a:ext cx="1769700" cy="400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TN" sz="2800" i="0" u="none" strike="noStrike" cap="none" dirty="0">
                  <a:solidFill>
                    <a:schemeClr val="dk2"/>
                  </a:solidFill>
                  <a:effectLst/>
                  <a:latin typeface="Kufyan Arabic Black" panose="02000500000000000000" pitchFamily="2" charset="-78"/>
                  <a:ea typeface="Ranchers"/>
                  <a:cs typeface="Kufyan Arabic Black" panose="02000500000000000000" pitchFamily="2" charset="-78"/>
                  <a:sym typeface="Ranchers"/>
                </a:rPr>
                <a:t>أستنتج</a:t>
              </a:r>
              <a:endParaRPr sz="2800" dirty="0">
                <a:solidFill>
                  <a:schemeClr val="dk2"/>
                </a:solidFill>
                <a:effectLst/>
                <a:latin typeface="Ranchers"/>
                <a:ea typeface="Ranchers"/>
                <a:cs typeface="Ranchers"/>
                <a:sym typeface="Ranchers"/>
              </a:endParaRPr>
            </a:p>
          </p:txBody>
        </p:sp>
      </p:grpSp>
      <p:grpSp>
        <p:nvGrpSpPr>
          <p:cNvPr id="42" name="Google Shape;20;p2">
            <a:extLst>
              <a:ext uri="{FF2B5EF4-FFF2-40B4-BE49-F238E27FC236}">
                <a16:creationId xmlns:a16="http://schemas.microsoft.com/office/drawing/2014/main" id="{71E14C30-E3AC-9FFC-3D17-59FAC72BB4FE}"/>
              </a:ext>
            </a:extLst>
          </p:cNvPr>
          <p:cNvGrpSpPr/>
          <p:nvPr userDrawn="1"/>
        </p:nvGrpSpPr>
        <p:grpSpPr>
          <a:xfrm>
            <a:off x="9093351" y="5529192"/>
            <a:ext cx="2853310" cy="1100066"/>
            <a:chOff x="8939750" y="5320875"/>
            <a:chExt cx="2633764" cy="1003200"/>
          </a:xfrm>
        </p:grpSpPr>
        <p:sp>
          <p:nvSpPr>
            <p:cNvPr id="43" name="Google Shape;21;p2">
              <a:extLst>
                <a:ext uri="{FF2B5EF4-FFF2-40B4-BE49-F238E27FC236}">
                  <a16:creationId xmlns:a16="http://schemas.microsoft.com/office/drawing/2014/main" id="{BA7B2E91-871D-71C7-B8D3-A64B32BB3143}"/>
                </a:ext>
              </a:extLst>
            </p:cNvPr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4" name="Google Shape;22;p2">
              <a:extLst>
                <a:ext uri="{FF2B5EF4-FFF2-40B4-BE49-F238E27FC236}">
                  <a16:creationId xmlns:a16="http://schemas.microsoft.com/office/drawing/2014/main" id="{93AB33E0-4B2C-F583-8AD5-9B6B3276998E}"/>
                </a:ext>
              </a:extLst>
            </p:cNvPr>
            <p:cNvSpPr/>
            <p:nvPr/>
          </p:nvSpPr>
          <p:spPr>
            <a:xfrm rot="-5400000">
              <a:off x="10068575" y="48659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5" name="Google Shape;23;p2">
              <a:extLst>
                <a:ext uri="{FF2B5EF4-FFF2-40B4-BE49-F238E27FC236}">
                  <a16:creationId xmlns:a16="http://schemas.microsoft.com/office/drawing/2014/main" id="{20598E40-012E-4A1E-309C-E1589C5074C7}"/>
                </a:ext>
              </a:extLst>
            </p:cNvPr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6" name="Google Shape;24;p2">
              <a:extLst>
                <a:ext uri="{FF2B5EF4-FFF2-40B4-BE49-F238E27FC236}">
                  <a16:creationId xmlns:a16="http://schemas.microsoft.com/office/drawing/2014/main" id="{83527D24-5218-4F12-486B-203EB28786FF}"/>
                </a:ext>
              </a:extLst>
            </p:cNvPr>
            <p:cNvSpPr txBox="1"/>
            <p:nvPr/>
          </p:nvSpPr>
          <p:spPr>
            <a:xfrm>
              <a:off x="9789125" y="56223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INFO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47" name="Google Shape;25;p2">
              <a:extLst>
                <a:ext uri="{FF2B5EF4-FFF2-40B4-BE49-F238E27FC236}">
                  <a16:creationId xmlns:a16="http://schemas.microsoft.com/office/drawing/2014/main" id="{3D993E2A-CDC7-3C6F-493C-71F160DC1826}"/>
                </a:ext>
              </a:extLst>
            </p:cNvPr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8" name="Google Shape;26;p2">
              <a:extLst>
                <a:ext uri="{FF2B5EF4-FFF2-40B4-BE49-F238E27FC236}">
                  <a16:creationId xmlns:a16="http://schemas.microsoft.com/office/drawing/2014/main" id="{BA02DE36-CB78-7A99-4421-FCC55201E5C7}"/>
                </a:ext>
              </a:extLst>
            </p:cNvPr>
            <p:cNvSpPr/>
            <p:nvPr/>
          </p:nvSpPr>
          <p:spPr>
            <a:xfrm rot="-5400000">
              <a:off x="10068575" y="48659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9" name="Google Shape;27;p2">
              <a:extLst>
                <a:ext uri="{FF2B5EF4-FFF2-40B4-BE49-F238E27FC236}">
                  <a16:creationId xmlns:a16="http://schemas.microsoft.com/office/drawing/2014/main" id="{BA0011DA-8060-4CFD-B4CA-40AF5DA2E0D8}"/>
                </a:ext>
              </a:extLst>
            </p:cNvPr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0" name="Google Shape;28;p2">
              <a:extLst>
                <a:ext uri="{FF2B5EF4-FFF2-40B4-BE49-F238E27FC236}">
                  <a16:creationId xmlns:a16="http://schemas.microsoft.com/office/drawing/2014/main" id="{B727D997-B085-09B1-AD1A-8F4F92C5EDF5}"/>
                </a:ext>
              </a:extLst>
            </p:cNvPr>
            <p:cNvSpPr txBox="1"/>
            <p:nvPr/>
          </p:nvSpPr>
          <p:spPr>
            <a:xfrm>
              <a:off x="9803814" y="5524413"/>
              <a:ext cx="1769700" cy="400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TN" sz="3200" i="0" u="none" strike="noStrike" cap="none" dirty="0">
                  <a:solidFill>
                    <a:schemeClr val="dk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ufyan Arabic Black" panose="02000500000000000000" pitchFamily="2" charset="-78"/>
                  <a:ea typeface="Ranchers"/>
                  <a:cs typeface="Kufyan Arabic Black" panose="02000500000000000000" pitchFamily="2" charset="-78"/>
                  <a:sym typeface="Ranchers"/>
                </a:rPr>
                <a:t>أقيّم</a:t>
              </a:r>
              <a:endParaRPr sz="2800" dirty="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</p:grpSp>
      <p:grpSp>
        <p:nvGrpSpPr>
          <p:cNvPr id="32" name="Google Shape;29;p2">
            <a:extLst>
              <a:ext uri="{FF2B5EF4-FFF2-40B4-BE49-F238E27FC236}">
                <a16:creationId xmlns:a16="http://schemas.microsoft.com/office/drawing/2014/main" id="{2323F70B-D2E4-BE06-DC5C-15D7B9DD4342}"/>
              </a:ext>
            </a:extLst>
          </p:cNvPr>
          <p:cNvGrpSpPr/>
          <p:nvPr userDrawn="1"/>
        </p:nvGrpSpPr>
        <p:grpSpPr>
          <a:xfrm>
            <a:off x="9228690" y="4630948"/>
            <a:ext cx="2864006" cy="1100066"/>
            <a:chOff x="9064675" y="4501725"/>
            <a:chExt cx="2643637" cy="1003200"/>
          </a:xfrm>
        </p:grpSpPr>
        <p:sp>
          <p:nvSpPr>
            <p:cNvPr id="33" name="Google Shape;30;p2">
              <a:extLst>
                <a:ext uri="{FF2B5EF4-FFF2-40B4-BE49-F238E27FC236}">
                  <a16:creationId xmlns:a16="http://schemas.microsoft.com/office/drawing/2014/main" id="{CCE0A213-AC4C-4D67-3269-94ABEF615DFE}"/>
                </a:ext>
              </a:extLst>
            </p:cNvPr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4" name="Google Shape;31;p2">
              <a:extLst>
                <a:ext uri="{FF2B5EF4-FFF2-40B4-BE49-F238E27FC236}">
                  <a16:creationId xmlns:a16="http://schemas.microsoft.com/office/drawing/2014/main" id="{B206192C-1175-B7B1-4F52-3A1AAD9E482F}"/>
                </a:ext>
              </a:extLst>
            </p:cNvPr>
            <p:cNvSpPr/>
            <p:nvPr/>
          </p:nvSpPr>
          <p:spPr>
            <a:xfrm rot="-5400000">
              <a:off x="10223450" y="40467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5" name="Google Shape;32;p2">
              <a:extLst>
                <a:ext uri="{FF2B5EF4-FFF2-40B4-BE49-F238E27FC236}">
                  <a16:creationId xmlns:a16="http://schemas.microsoft.com/office/drawing/2014/main" id="{319DE196-F0F1-0952-AA22-29DA6ECBC8A9}"/>
                </a:ext>
              </a:extLst>
            </p:cNvPr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6" name="Google Shape;33;p2">
              <a:extLst>
                <a:ext uri="{FF2B5EF4-FFF2-40B4-BE49-F238E27FC236}">
                  <a16:creationId xmlns:a16="http://schemas.microsoft.com/office/drawing/2014/main" id="{5A16E055-FF0B-8409-5CD7-78E1627A2A63}"/>
                </a:ext>
              </a:extLst>
            </p:cNvPr>
            <p:cNvSpPr txBox="1"/>
            <p:nvPr/>
          </p:nvSpPr>
          <p:spPr>
            <a:xfrm>
              <a:off x="9932402" y="480322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FRIDAY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37" name="Google Shape;34;p2">
              <a:extLst>
                <a:ext uri="{FF2B5EF4-FFF2-40B4-BE49-F238E27FC236}">
                  <a16:creationId xmlns:a16="http://schemas.microsoft.com/office/drawing/2014/main" id="{758D2A48-C4D7-F4E2-1F49-4DD6DD5328EB}"/>
                </a:ext>
              </a:extLst>
            </p:cNvPr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8" name="Google Shape;35;p2">
              <a:extLst>
                <a:ext uri="{FF2B5EF4-FFF2-40B4-BE49-F238E27FC236}">
                  <a16:creationId xmlns:a16="http://schemas.microsoft.com/office/drawing/2014/main" id="{0C859A8D-5F1C-D16C-A2A3-3B55D6337B13}"/>
                </a:ext>
              </a:extLst>
            </p:cNvPr>
            <p:cNvSpPr/>
            <p:nvPr/>
          </p:nvSpPr>
          <p:spPr>
            <a:xfrm rot="-5400000">
              <a:off x="10223450" y="40467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9" name="Google Shape;36;p2">
              <a:extLst>
                <a:ext uri="{FF2B5EF4-FFF2-40B4-BE49-F238E27FC236}">
                  <a16:creationId xmlns:a16="http://schemas.microsoft.com/office/drawing/2014/main" id="{0D7E30ED-7F4A-E802-F3C6-B7A204A6719C}"/>
                </a:ext>
              </a:extLst>
            </p:cNvPr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0" name="Google Shape;37;p2">
              <a:extLst>
                <a:ext uri="{FF2B5EF4-FFF2-40B4-BE49-F238E27FC236}">
                  <a16:creationId xmlns:a16="http://schemas.microsoft.com/office/drawing/2014/main" id="{7EC290BF-C922-16F5-F56F-FDF01EA8E9E1}"/>
                </a:ext>
              </a:extLst>
            </p:cNvPr>
            <p:cNvSpPr txBox="1"/>
            <p:nvPr/>
          </p:nvSpPr>
          <p:spPr>
            <a:xfrm>
              <a:off x="9938612" y="4735846"/>
              <a:ext cx="1769700" cy="400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TN" sz="3200" i="0" u="none" strike="noStrike" cap="none" dirty="0">
                  <a:solidFill>
                    <a:schemeClr val="dk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ufyan Arabic Black" panose="02000500000000000000" pitchFamily="2" charset="-78"/>
                  <a:ea typeface="Ranchers"/>
                  <a:cs typeface="Kufyan Arabic Black" panose="02000500000000000000" pitchFamily="2" charset="-78"/>
                  <a:sym typeface="Ranchers"/>
                </a:rPr>
                <a:t>أطبّق</a:t>
              </a:r>
              <a:endParaRPr sz="2400" dirty="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</p:grpSp>
      <p:sp>
        <p:nvSpPr>
          <p:cNvPr id="116" name="Google Shape;116;p3"/>
          <p:cNvSpPr/>
          <p:nvPr/>
        </p:nvSpPr>
        <p:spPr>
          <a:xfrm>
            <a:off x="0" y="303562"/>
            <a:ext cx="10318120" cy="6554438"/>
          </a:xfrm>
          <a:custGeom>
            <a:avLst/>
            <a:gdLst/>
            <a:ahLst/>
            <a:cxnLst/>
            <a:rect l="l" t="t" r="r" b="b"/>
            <a:pathLst>
              <a:path w="9524198" h="5977289" extrusionOk="0">
                <a:moveTo>
                  <a:pt x="8356534" y="375821"/>
                </a:moveTo>
                <a:lnTo>
                  <a:pt x="8356534" y="663821"/>
                </a:lnTo>
                <a:lnTo>
                  <a:pt x="8644534" y="663821"/>
                </a:lnTo>
                <a:lnTo>
                  <a:pt x="8644534" y="375821"/>
                </a:lnTo>
                <a:close/>
                <a:moveTo>
                  <a:pt x="7847458" y="375821"/>
                </a:moveTo>
                <a:lnTo>
                  <a:pt x="7847458" y="663821"/>
                </a:lnTo>
                <a:lnTo>
                  <a:pt x="8135458" y="663821"/>
                </a:lnTo>
                <a:lnTo>
                  <a:pt x="8135458" y="375821"/>
                </a:lnTo>
                <a:close/>
                <a:moveTo>
                  <a:pt x="7338389" y="375821"/>
                </a:moveTo>
                <a:lnTo>
                  <a:pt x="7338389" y="663821"/>
                </a:lnTo>
                <a:lnTo>
                  <a:pt x="7626389" y="663821"/>
                </a:lnTo>
                <a:lnTo>
                  <a:pt x="7626389" y="375821"/>
                </a:lnTo>
                <a:close/>
                <a:moveTo>
                  <a:pt x="6829320" y="375821"/>
                </a:moveTo>
                <a:lnTo>
                  <a:pt x="6829320" y="663821"/>
                </a:lnTo>
                <a:lnTo>
                  <a:pt x="7117320" y="663821"/>
                </a:lnTo>
                <a:lnTo>
                  <a:pt x="7117320" y="375821"/>
                </a:lnTo>
                <a:close/>
                <a:moveTo>
                  <a:pt x="6320251" y="375821"/>
                </a:moveTo>
                <a:lnTo>
                  <a:pt x="6320251" y="663821"/>
                </a:lnTo>
                <a:lnTo>
                  <a:pt x="6608251" y="663821"/>
                </a:lnTo>
                <a:lnTo>
                  <a:pt x="6608251" y="375821"/>
                </a:lnTo>
                <a:close/>
                <a:moveTo>
                  <a:pt x="5811182" y="375821"/>
                </a:moveTo>
                <a:lnTo>
                  <a:pt x="5811182" y="663821"/>
                </a:lnTo>
                <a:lnTo>
                  <a:pt x="6099182" y="663821"/>
                </a:lnTo>
                <a:lnTo>
                  <a:pt x="6099182" y="375821"/>
                </a:lnTo>
                <a:close/>
                <a:moveTo>
                  <a:pt x="5302113" y="375821"/>
                </a:moveTo>
                <a:lnTo>
                  <a:pt x="5302113" y="663821"/>
                </a:lnTo>
                <a:lnTo>
                  <a:pt x="5590113" y="663821"/>
                </a:lnTo>
                <a:lnTo>
                  <a:pt x="5590113" y="375821"/>
                </a:lnTo>
                <a:close/>
                <a:moveTo>
                  <a:pt x="4793044" y="375821"/>
                </a:moveTo>
                <a:lnTo>
                  <a:pt x="4793044" y="663821"/>
                </a:lnTo>
                <a:lnTo>
                  <a:pt x="5081044" y="663821"/>
                </a:lnTo>
                <a:lnTo>
                  <a:pt x="5081044" y="375821"/>
                </a:lnTo>
                <a:close/>
                <a:moveTo>
                  <a:pt x="4283975" y="375821"/>
                </a:moveTo>
                <a:lnTo>
                  <a:pt x="4283975" y="663821"/>
                </a:lnTo>
                <a:lnTo>
                  <a:pt x="4571975" y="663821"/>
                </a:lnTo>
                <a:lnTo>
                  <a:pt x="4571975" y="375821"/>
                </a:lnTo>
                <a:close/>
                <a:moveTo>
                  <a:pt x="3774906" y="375821"/>
                </a:moveTo>
                <a:lnTo>
                  <a:pt x="3774906" y="663821"/>
                </a:lnTo>
                <a:lnTo>
                  <a:pt x="4062906" y="663821"/>
                </a:lnTo>
                <a:lnTo>
                  <a:pt x="4062906" y="375821"/>
                </a:lnTo>
                <a:close/>
                <a:moveTo>
                  <a:pt x="3265838" y="375821"/>
                </a:moveTo>
                <a:lnTo>
                  <a:pt x="3265838" y="663821"/>
                </a:lnTo>
                <a:lnTo>
                  <a:pt x="3553838" y="663821"/>
                </a:lnTo>
                <a:lnTo>
                  <a:pt x="3553838" y="375821"/>
                </a:lnTo>
                <a:close/>
                <a:moveTo>
                  <a:pt x="2756769" y="375821"/>
                </a:moveTo>
                <a:lnTo>
                  <a:pt x="2756769" y="663821"/>
                </a:lnTo>
                <a:lnTo>
                  <a:pt x="3044769" y="663821"/>
                </a:lnTo>
                <a:lnTo>
                  <a:pt x="3044769" y="375821"/>
                </a:lnTo>
                <a:close/>
                <a:moveTo>
                  <a:pt x="2247700" y="375821"/>
                </a:moveTo>
                <a:lnTo>
                  <a:pt x="2247700" y="663821"/>
                </a:lnTo>
                <a:lnTo>
                  <a:pt x="2535700" y="663821"/>
                </a:lnTo>
                <a:lnTo>
                  <a:pt x="2535700" y="375821"/>
                </a:lnTo>
                <a:close/>
                <a:moveTo>
                  <a:pt x="1738631" y="375821"/>
                </a:moveTo>
                <a:lnTo>
                  <a:pt x="1738631" y="663821"/>
                </a:lnTo>
                <a:lnTo>
                  <a:pt x="2026631" y="663821"/>
                </a:lnTo>
                <a:lnTo>
                  <a:pt x="2026631" y="375821"/>
                </a:lnTo>
                <a:close/>
                <a:moveTo>
                  <a:pt x="1229563" y="375821"/>
                </a:moveTo>
                <a:lnTo>
                  <a:pt x="1229563" y="663821"/>
                </a:lnTo>
                <a:lnTo>
                  <a:pt x="1517563" y="663821"/>
                </a:lnTo>
                <a:lnTo>
                  <a:pt x="1517563" y="375821"/>
                </a:lnTo>
                <a:close/>
                <a:moveTo>
                  <a:pt x="720493" y="375821"/>
                </a:moveTo>
                <a:lnTo>
                  <a:pt x="720493" y="663821"/>
                </a:lnTo>
                <a:lnTo>
                  <a:pt x="1008494" y="663821"/>
                </a:lnTo>
                <a:lnTo>
                  <a:pt x="1008494" y="375821"/>
                </a:lnTo>
                <a:close/>
                <a:moveTo>
                  <a:pt x="529408" y="0"/>
                </a:moveTo>
                <a:lnTo>
                  <a:pt x="8994790" y="0"/>
                </a:lnTo>
                <a:cubicBezTo>
                  <a:pt x="9287174" y="0"/>
                  <a:pt x="9524198" y="237024"/>
                  <a:pt x="9524198" y="529408"/>
                </a:cubicBezTo>
                <a:lnTo>
                  <a:pt x="9524198" y="5447881"/>
                </a:lnTo>
                <a:cubicBezTo>
                  <a:pt x="9524198" y="5740265"/>
                  <a:pt x="9287174" y="5977289"/>
                  <a:pt x="8994790" y="5977289"/>
                </a:cubicBezTo>
                <a:lnTo>
                  <a:pt x="529408" y="5977289"/>
                </a:lnTo>
                <a:cubicBezTo>
                  <a:pt x="237024" y="5977289"/>
                  <a:pt x="0" y="5740265"/>
                  <a:pt x="0" y="5447881"/>
                </a:cubicBezTo>
                <a:lnTo>
                  <a:pt x="0" y="529408"/>
                </a:lnTo>
                <a:cubicBezTo>
                  <a:pt x="0" y="237024"/>
                  <a:pt x="237024" y="0"/>
                  <a:pt x="5294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66932" y="303550"/>
            <a:ext cx="9873079" cy="6554340"/>
          </a:xfrm>
          <a:prstGeom prst="roundRect">
            <a:avLst>
              <a:gd name="adj" fmla="val 8857"/>
            </a:avLst>
          </a:prstGeom>
          <a:solidFill>
            <a:srgbClr val="000000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9093351" y="5529192"/>
            <a:ext cx="2837397" cy="1100066"/>
            <a:chOff x="8939750" y="5320875"/>
            <a:chExt cx="2619075" cy="1003200"/>
          </a:xfrm>
        </p:grpSpPr>
        <p:sp>
          <p:nvSpPr>
            <p:cNvPr id="119" name="Google Shape;119;p3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 rot="-5400000">
              <a:off x="10068575" y="48659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9789125" y="56223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INFO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 rot="-5400000">
              <a:off x="10068575" y="48659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127" name="Google Shape;127;p3"/>
          <p:cNvGrpSpPr/>
          <p:nvPr/>
        </p:nvGrpSpPr>
        <p:grpSpPr>
          <a:xfrm>
            <a:off x="9228690" y="4630948"/>
            <a:ext cx="2857279" cy="1100066"/>
            <a:chOff x="9064675" y="4501725"/>
            <a:chExt cx="2637427" cy="1003200"/>
          </a:xfrm>
        </p:grpSpPr>
        <p:sp>
          <p:nvSpPr>
            <p:cNvPr id="128" name="Google Shape;128;p3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 rot="-5400000">
              <a:off x="10223450" y="40467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9932402" y="480322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FRIDAY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 rot="-5400000">
              <a:off x="10223450" y="40467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136" name="Google Shape;136;p3"/>
          <p:cNvGrpSpPr/>
          <p:nvPr/>
        </p:nvGrpSpPr>
        <p:grpSpPr>
          <a:xfrm>
            <a:off x="9228690" y="2789719"/>
            <a:ext cx="2939823" cy="1100066"/>
            <a:chOff x="9064675" y="2822625"/>
            <a:chExt cx="2713620" cy="1003200"/>
          </a:xfrm>
        </p:grpSpPr>
        <p:sp>
          <p:nvSpPr>
            <p:cNvPr id="137" name="Google Shape;137;p3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 rot="-5400000">
              <a:off x="10223450" y="23676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40" name="Google Shape;140;p3"/>
            <p:cNvSpPr txBox="1"/>
            <p:nvPr/>
          </p:nvSpPr>
          <p:spPr>
            <a:xfrm>
              <a:off x="10008595" y="3124137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WEDNESDAY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42" name="Google Shape;142;p3"/>
            <p:cNvSpPr/>
            <p:nvPr/>
          </p:nvSpPr>
          <p:spPr>
            <a:xfrm rot="-5400000">
              <a:off x="10223450" y="23676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145" name="Google Shape;145;p3"/>
          <p:cNvGrpSpPr/>
          <p:nvPr/>
        </p:nvGrpSpPr>
        <p:grpSpPr>
          <a:xfrm>
            <a:off x="9093351" y="1846735"/>
            <a:ext cx="2919949" cy="1100066"/>
            <a:chOff x="8939750" y="1962675"/>
            <a:chExt cx="2695275" cy="1003200"/>
          </a:xfrm>
        </p:grpSpPr>
        <p:sp>
          <p:nvSpPr>
            <p:cNvPr id="146" name="Google Shape;146;p3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 rot="-5400000">
              <a:off x="10068575" y="15077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49" name="Google Shape;149;p3"/>
            <p:cNvSpPr txBox="1"/>
            <p:nvPr/>
          </p:nvSpPr>
          <p:spPr>
            <a:xfrm>
              <a:off x="9865325" y="22641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TUESDAY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 rot="-5400000">
              <a:off x="10068575" y="15077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154" name="Google Shape;154;p3"/>
          <p:cNvGrpSpPr/>
          <p:nvPr/>
        </p:nvGrpSpPr>
        <p:grpSpPr>
          <a:xfrm>
            <a:off x="9093351" y="3687963"/>
            <a:ext cx="3002501" cy="1100066"/>
            <a:chOff x="8939750" y="3641775"/>
            <a:chExt cx="2771475" cy="1003200"/>
          </a:xfrm>
        </p:grpSpPr>
        <p:sp>
          <p:nvSpPr>
            <p:cNvPr id="155" name="Google Shape;155;p3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 rot="-5400000">
              <a:off x="10068575" y="31868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58" name="Google Shape;158;p3"/>
            <p:cNvSpPr txBox="1"/>
            <p:nvPr/>
          </p:nvSpPr>
          <p:spPr>
            <a:xfrm>
              <a:off x="9941525" y="39432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THURSDAY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 rot="-5400000">
              <a:off x="10068575" y="31868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sp>
        <p:nvSpPr>
          <p:cNvPr id="163" name="Google Shape;163;p3"/>
          <p:cNvSpPr/>
          <p:nvPr/>
        </p:nvSpPr>
        <p:spPr>
          <a:xfrm>
            <a:off x="9228690" y="4832769"/>
            <a:ext cx="792693" cy="6964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9093351" y="5731014"/>
            <a:ext cx="792693" cy="6964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9093351" y="5731014"/>
            <a:ext cx="792693" cy="696423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9228690" y="4832769"/>
            <a:ext cx="792693" cy="696423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9228690" y="2991540"/>
            <a:ext cx="792693" cy="6964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9093351" y="3889785"/>
            <a:ext cx="792693" cy="69642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9093351" y="3889785"/>
            <a:ext cx="792693" cy="696423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9228690" y="2991540"/>
            <a:ext cx="792693" cy="696423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9093351" y="2048556"/>
            <a:ext cx="792693" cy="69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9093351" y="2048556"/>
            <a:ext cx="792693" cy="696423"/>
          </a:xfrm>
          <a:prstGeom prst="rect">
            <a:avLst/>
          </a:prstGeom>
          <a:solidFill>
            <a:srgbClr val="000000">
              <a:alpha val="13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334107" y="548194"/>
            <a:ext cx="9628161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302398" y="502819"/>
            <a:ext cx="9628161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237886" y="563688"/>
            <a:ext cx="9628161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238980" y="505032"/>
            <a:ext cx="9628161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3"/>
          <p:cNvGrpSpPr/>
          <p:nvPr/>
        </p:nvGrpSpPr>
        <p:grpSpPr>
          <a:xfrm>
            <a:off x="845082" y="0"/>
            <a:ext cx="8469093" cy="1030311"/>
            <a:chOff x="1371600" y="234214"/>
            <a:chExt cx="7736979" cy="822900"/>
          </a:xfrm>
        </p:grpSpPr>
        <p:sp>
          <p:nvSpPr>
            <p:cNvPr id="179" name="Google Shape;179;p3"/>
            <p:cNvSpPr/>
            <p:nvPr/>
          </p:nvSpPr>
          <p:spPr>
            <a:xfrm>
              <a:off x="137160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187649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38139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88629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39119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896095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4400994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4905893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5410792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5915691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642059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692548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743038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793528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844018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894507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3"/>
          <p:cNvSpPr/>
          <p:nvPr userDrawn="1"/>
        </p:nvSpPr>
        <p:spPr>
          <a:xfrm>
            <a:off x="9736632" y="1220639"/>
            <a:ext cx="792693" cy="696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224" name="Google Shape;224;p3"/>
          <p:cNvSpPr/>
          <p:nvPr/>
        </p:nvSpPr>
        <p:spPr>
          <a:xfrm rot="16200000">
            <a:off x="10477438" y="462236"/>
            <a:ext cx="1100066" cy="2072573"/>
          </a:xfrm>
          <a:prstGeom prst="trapezoid">
            <a:avLst>
              <a:gd name="adj" fmla="val 19525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226" name="Google Shape;226;p3"/>
          <p:cNvSpPr txBox="1"/>
          <p:nvPr/>
        </p:nvSpPr>
        <p:spPr>
          <a:xfrm>
            <a:off x="10103933" y="1169799"/>
            <a:ext cx="1917219" cy="438842"/>
          </a:xfrm>
          <a:prstGeom prst="rect">
            <a:avLst/>
          </a:prstGeom>
          <a:noFill/>
          <a:ln>
            <a:noFill/>
          </a:ln>
          <a:effectLst>
            <a:outerShdw dist="38100" dir="396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6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مراجعة</a:t>
            </a:r>
            <a:endParaRPr sz="3600" dirty="0">
              <a:solidFill>
                <a:schemeClr val="dk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Ranchers"/>
              <a:cs typeface="Kufyan Arabic Black" panose="02000500000000000000" pitchFamily="2" charset="-78"/>
              <a:sym typeface="Ranchers"/>
            </a:endParaRPr>
          </a:p>
        </p:txBody>
      </p:sp>
      <p:sp>
        <p:nvSpPr>
          <p:cNvPr id="227" name="Google Shape;227;p3">
            <a:hlinkClick r:id="rId2" action="ppaction://hlinksldjump"/>
          </p:cNvPr>
          <p:cNvSpPr/>
          <p:nvPr userDrawn="1"/>
        </p:nvSpPr>
        <p:spPr>
          <a:xfrm>
            <a:off x="9962267" y="1131651"/>
            <a:ext cx="2104099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111;p2">
            <a:hlinkClick r:id="rId3" action="ppaction://hlinksldjump"/>
            <a:extLst>
              <a:ext uri="{FF2B5EF4-FFF2-40B4-BE49-F238E27FC236}">
                <a16:creationId xmlns:a16="http://schemas.microsoft.com/office/drawing/2014/main" id="{5D3DFBAA-22DC-51B2-8E03-40F63A5B1588}"/>
              </a:ext>
            </a:extLst>
          </p:cNvPr>
          <p:cNvSpPr/>
          <p:nvPr userDrawn="1"/>
        </p:nvSpPr>
        <p:spPr>
          <a:xfrm>
            <a:off x="9930559" y="2917851"/>
            <a:ext cx="2104099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112;p2">
            <a:hlinkClick r:id="rId4" action="ppaction://hlinksldjump"/>
            <a:extLst>
              <a:ext uri="{FF2B5EF4-FFF2-40B4-BE49-F238E27FC236}">
                <a16:creationId xmlns:a16="http://schemas.microsoft.com/office/drawing/2014/main" id="{E3402291-A2E7-F80C-E405-F70EDC259D5E}"/>
              </a:ext>
            </a:extLst>
          </p:cNvPr>
          <p:cNvSpPr/>
          <p:nvPr userDrawn="1"/>
        </p:nvSpPr>
        <p:spPr>
          <a:xfrm>
            <a:off x="9930559" y="3847795"/>
            <a:ext cx="2104099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" name="Google Shape;113;p2">
            <a:hlinkClick r:id="rId5" action="ppaction://hlinksldjump"/>
            <a:extLst>
              <a:ext uri="{FF2B5EF4-FFF2-40B4-BE49-F238E27FC236}">
                <a16:creationId xmlns:a16="http://schemas.microsoft.com/office/drawing/2014/main" id="{45EB5783-79C9-EE11-B4C1-FF2C0B90E477}"/>
              </a:ext>
            </a:extLst>
          </p:cNvPr>
          <p:cNvSpPr/>
          <p:nvPr userDrawn="1"/>
        </p:nvSpPr>
        <p:spPr>
          <a:xfrm>
            <a:off x="9993976" y="4777739"/>
            <a:ext cx="2104099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114;p2">
            <a:hlinkClick r:id="rId6" action="ppaction://hlinksldjump"/>
            <a:extLst>
              <a:ext uri="{FF2B5EF4-FFF2-40B4-BE49-F238E27FC236}">
                <a16:creationId xmlns:a16="http://schemas.microsoft.com/office/drawing/2014/main" id="{8D7FE6EB-7149-C14B-AA1B-15E8682D726A}"/>
              </a:ext>
            </a:extLst>
          </p:cNvPr>
          <p:cNvSpPr/>
          <p:nvPr userDrawn="1"/>
        </p:nvSpPr>
        <p:spPr>
          <a:xfrm>
            <a:off x="9901513" y="5636357"/>
            <a:ext cx="2104099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0;p2">
            <a:hlinkClick r:id="rId7" action="ppaction://hlinksldjump"/>
            <a:extLst>
              <a:ext uri="{FF2B5EF4-FFF2-40B4-BE49-F238E27FC236}">
                <a16:creationId xmlns:a16="http://schemas.microsoft.com/office/drawing/2014/main" id="{CE1DF1E9-DA05-156F-4F15-A97BD325B6C5}"/>
              </a:ext>
            </a:extLst>
          </p:cNvPr>
          <p:cNvSpPr/>
          <p:nvPr userDrawn="1"/>
        </p:nvSpPr>
        <p:spPr>
          <a:xfrm>
            <a:off x="9901513" y="1987908"/>
            <a:ext cx="2104099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55;p2">
            <a:extLst>
              <a:ext uri="{FF2B5EF4-FFF2-40B4-BE49-F238E27FC236}">
                <a16:creationId xmlns:a16="http://schemas.microsoft.com/office/drawing/2014/main" id="{19611CD3-9000-56F9-9725-2F16CB28318C}"/>
              </a:ext>
            </a:extLst>
          </p:cNvPr>
          <p:cNvSpPr txBox="1"/>
          <p:nvPr userDrawn="1"/>
        </p:nvSpPr>
        <p:spPr>
          <a:xfrm>
            <a:off x="10011100" y="1956793"/>
            <a:ext cx="1917219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u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وضعية استكشافية</a:t>
            </a:r>
            <a:endParaRPr sz="2400" b="1" u="none" dirty="0">
              <a:solidFill>
                <a:schemeClr val="dk2"/>
              </a:solidFill>
              <a:effectLst/>
              <a:latin typeface="Kufyan Arabic Black" panose="02000500000000000000" pitchFamily="2" charset="-78"/>
              <a:ea typeface="Ranchers"/>
              <a:cs typeface="Kufyan Arabic Black" panose="02000500000000000000" pitchFamily="2" charset="-78"/>
              <a:sym typeface="Ranchers"/>
            </a:endParaRPr>
          </a:p>
        </p:txBody>
      </p:sp>
      <p:sp>
        <p:nvSpPr>
          <p:cNvPr id="73" name="Google Shape;110;p2">
            <a:hlinkClick r:id="rId7" action="ppaction://hlinksldjump"/>
            <a:extLst>
              <a:ext uri="{FF2B5EF4-FFF2-40B4-BE49-F238E27FC236}">
                <a16:creationId xmlns:a16="http://schemas.microsoft.com/office/drawing/2014/main" id="{F442F91A-20C6-E16E-FA30-F8D4A7263CD1}"/>
              </a:ext>
            </a:extLst>
          </p:cNvPr>
          <p:cNvSpPr/>
          <p:nvPr userDrawn="1"/>
        </p:nvSpPr>
        <p:spPr>
          <a:xfrm>
            <a:off x="9916981" y="2004412"/>
            <a:ext cx="2104099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46;p2">
            <a:extLst>
              <a:ext uri="{FF2B5EF4-FFF2-40B4-BE49-F238E27FC236}">
                <a16:creationId xmlns:a16="http://schemas.microsoft.com/office/drawing/2014/main" id="{A9D81820-AD76-BF85-AB3C-8427196C486C}"/>
              </a:ext>
            </a:extLst>
          </p:cNvPr>
          <p:cNvSpPr txBox="1"/>
          <p:nvPr userDrawn="1"/>
        </p:nvSpPr>
        <p:spPr>
          <a:xfrm>
            <a:off x="10087901" y="3081595"/>
            <a:ext cx="1917219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أجرّب و أتثبت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75" name="Google Shape;111;p2">
            <a:hlinkClick r:id="rId3" action="ppaction://hlinksldjump"/>
            <a:extLst>
              <a:ext uri="{FF2B5EF4-FFF2-40B4-BE49-F238E27FC236}">
                <a16:creationId xmlns:a16="http://schemas.microsoft.com/office/drawing/2014/main" id="{B6DF84FD-7854-EDEC-60A4-0877242F2F6E}"/>
              </a:ext>
            </a:extLst>
          </p:cNvPr>
          <p:cNvSpPr/>
          <p:nvPr userDrawn="1"/>
        </p:nvSpPr>
        <p:spPr>
          <a:xfrm>
            <a:off x="9975422" y="2907047"/>
            <a:ext cx="2104099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64;p2">
            <a:extLst>
              <a:ext uri="{FF2B5EF4-FFF2-40B4-BE49-F238E27FC236}">
                <a16:creationId xmlns:a16="http://schemas.microsoft.com/office/drawing/2014/main" id="{7E568917-5C0F-6F20-4239-21CDFF6A4417}"/>
              </a:ext>
            </a:extLst>
          </p:cNvPr>
          <p:cNvSpPr txBox="1"/>
          <p:nvPr userDrawn="1"/>
        </p:nvSpPr>
        <p:spPr>
          <a:xfrm>
            <a:off x="10103933" y="3967997"/>
            <a:ext cx="1917219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800" i="0" u="none" strike="noStrike" cap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أستنتج</a:t>
            </a:r>
            <a:endParaRPr sz="2800" dirty="0">
              <a:solidFill>
                <a:schemeClr val="dk2"/>
              </a:solidFill>
              <a:effectLst/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77" name="Google Shape;112;p2">
            <a:hlinkClick r:id="rId4" action="ppaction://hlinksldjump"/>
            <a:extLst>
              <a:ext uri="{FF2B5EF4-FFF2-40B4-BE49-F238E27FC236}">
                <a16:creationId xmlns:a16="http://schemas.microsoft.com/office/drawing/2014/main" id="{7A2B3726-0C47-34BC-834A-0D7BD24E022E}"/>
              </a:ext>
            </a:extLst>
          </p:cNvPr>
          <p:cNvSpPr/>
          <p:nvPr userDrawn="1"/>
        </p:nvSpPr>
        <p:spPr>
          <a:xfrm>
            <a:off x="9962267" y="3829654"/>
            <a:ext cx="2104099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" name="Google Shape;37;p2">
            <a:extLst>
              <a:ext uri="{FF2B5EF4-FFF2-40B4-BE49-F238E27FC236}">
                <a16:creationId xmlns:a16="http://schemas.microsoft.com/office/drawing/2014/main" id="{01E3B103-C9B0-9F7C-A0E4-FBA0C82D5B8E}"/>
              </a:ext>
            </a:extLst>
          </p:cNvPr>
          <p:cNvSpPr txBox="1"/>
          <p:nvPr userDrawn="1"/>
        </p:nvSpPr>
        <p:spPr>
          <a:xfrm>
            <a:off x="10175477" y="4887675"/>
            <a:ext cx="1917219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أطبّق</a:t>
            </a:r>
            <a:endParaRPr sz="24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79" name="Google Shape;113;p2">
            <a:hlinkClick r:id="rId5" action="ppaction://hlinksldjump"/>
            <a:extLst>
              <a:ext uri="{FF2B5EF4-FFF2-40B4-BE49-F238E27FC236}">
                <a16:creationId xmlns:a16="http://schemas.microsoft.com/office/drawing/2014/main" id="{978C010D-3450-5382-F6B8-4DE230330D19}"/>
              </a:ext>
            </a:extLst>
          </p:cNvPr>
          <p:cNvSpPr/>
          <p:nvPr userDrawn="1"/>
        </p:nvSpPr>
        <p:spPr>
          <a:xfrm>
            <a:off x="10021383" y="4767028"/>
            <a:ext cx="2104099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28;p2">
            <a:extLst>
              <a:ext uri="{FF2B5EF4-FFF2-40B4-BE49-F238E27FC236}">
                <a16:creationId xmlns:a16="http://schemas.microsoft.com/office/drawing/2014/main" id="{07D8C34E-CD3A-B82C-DA6C-450DAE469FD0}"/>
              </a:ext>
            </a:extLst>
          </p:cNvPr>
          <p:cNvSpPr txBox="1"/>
          <p:nvPr userDrawn="1"/>
        </p:nvSpPr>
        <p:spPr>
          <a:xfrm>
            <a:off x="10029442" y="5752383"/>
            <a:ext cx="1917219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أقيّم</a:t>
            </a:r>
            <a:endParaRPr sz="28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81" name="Google Shape;114;p2">
            <a:hlinkClick r:id="rId6" action="ppaction://hlinksldjump"/>
            <a:extLst>
              <a:ext uri="{FF2B5EF4-FFF2-40B4-BE49-F238E27FC236}">
                <a16:creationId xmlns:a16="http://schemas.microsoft.com/office/drawing/2014/main" id="{B884DB74-CC4C-7E06-3CD1-249434BD418C}"/>
              </a:ext>
            </a:extLst>
          </p:cNvPr>
          <p:cNvSpPr/>
          <p:nvPr userDrawn="1"/>
        </p:nvSpPr>
        <p:spPr>
          <a:xfrm>
            <a:off x="10087901" y="5655706"/>
            <a:ext cx="2104099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uesday" userDrawn="1">
  <p:cSld name="CUSTOM_14_1">
    <p:bg>
      <p:bgPr>
        <a:solidFill>
          <a:schemeClr val="accent2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"/>
          <p:cNvSpPr/>
          <p:nvPr/>
        </p:nvSpPr>
        <p:spPr>
          <a:xfrm>
            <a:off x="0" y="303562"/>
            <a:ext cx="10338036" cy="6554438"/>
          </a:xfrm>
          <a:custGeom>
            <a:avLst/>
            <a:gdLst/>
            <a:ahLst/>
            <a:cxnLst/>
            <a:rect l="l" t="t" r="r" b="b"/>
            <a:pathLst>
              <a:path w="9524198" h="5977289" extrusionOk="0">
                <a:moveTo>
                  <a:pt x="8356534" y="375821"/>
                </a:moveTo>
                <a:lnTo>
                  <a:pt x="8356534" y="663821"/>
                </a:lnTo>
                <a:lnTo>
                  <a:pt x="8644534" y="663821"/>
                </a:lnTo>
                <a:lnTo>
                  <a:pt x="8644534" y="375821"/>
                </a:lnTo>
                <a:close/>
                <a:moveTo>
                  <a:pt x="7847458" y="375821"/>
                </a:moveTo>
                <a:lnTo>
                  <a:pt x="7847458" y="663821"/>
                </a:lnTo>
                <a:lnTo>
                  <a:pt x="8135458" y="663821"/>
                </a:lnTo>
                <a:lnTo>
                  <a:pt x="8135458" y="375821"/>
                </a:lnTo>
                <a:close/>
                <a:moveTo>
                  <a:pt x="7338389" y="375821"/>
                </a:moveTo>
                <a:lnTo>
                  <a:pt x="7338389" y="663821"/>
                </a:lnTo>
                <a:lnTo>
                  <a:pt x="7626389" y="663821"/>
                </a:lnTo>
                <a:lnTo>
                  <a:pt x="7626389" y="375821"/>
                </a:lnTo>
                <a:close/>
                <a:moveTo>
                  <a:pt x="6829320" y="375821"/>
                </a:moveTo>
                <a:lnTo>
                  <a:pt x="6829320" y="663821"/>
                </a:lnTo>
                <a:lnTo>
                  <a:pt x="7117320" y="663821"/>
                </a:lnTo>
                <a:lnTo>
                  <a:pt x="7117320" y="375821"/>
                </a:lnTo>
                <a:close/>
                <a:moveTo>
                  <a:pt x="6320251" y="375821"/>
                </a:moveTo>
                <a:lnTo>
                  <a:pt x="6320251" y="663821"/>
                </a:lnTo>
                <a:lnTo>
                  <a:pt x="6608251" y="663821"/>
                </a:lnTo>
                <a:lnTo>
                  <a:pt x="6608251" y="375821"/>
                </a:lnTo>
                <a:close/>
                <a:moveTo>
                  <a:pt x="5811182" y="375821"/>
                </a:moveTo>
                <a:lnTo>
                  <a:pt x="5811182" y="663821"/>
                </a:lnTo>
                <a:lnTo>
                  <a:pt x="6099182" y="663821"/>
                </a:lnTo>
                <a:lnTo>
                  <a:pt x="6099182" y="375821"/>
                </a:lnTo>
                <a:close/>
                <a:moveTo>
                  <a:pt x="5302113" y="375821"/>
                </a:moveTo>
                <a:lnTo>
                  <a:pt x="5302113" y="663821"/>
                </a:lnTo>
                <a:lnTo>
                  <a:pt x="5590113" y="663821"/>
                </a:lnTo>
                <a:lnTo>
                  <a:pt x="5590113" y="375821"/>
                </a:lnTo>
                <a:close/>
                <a:moveTo>
                  <a:pt x="4793044" y="375821"/>
                </a:moveTo>
                <a:lnTo>
                  <a:pt x="4793044" y="663821"/>
                </a:lnTo>
                <a:lnTo>
                  <a:pt x="5081044" y="663821"/>
                </a:lnTo>
                <a:lnTo>
                  <a:pt x="5081044" y="375821"/>
                </a:lnTo>
                <a:close/>
                <a:moveTo>
                  <a:pt x="4283975" y="375821"/>
                </a:moveTo>
                <a:lnTo>
                  <a:pt x="4283975" y="663821"/>
                </a:lnTo>
                <a:lnTo>
                  <a:pt x="4571975" y="663821"/>
                </a:lnTo>
                <a:lnTo>
                  <a:pt x="4571975" y="375821"/>
                </a:lnTo>
                <a:close/>
                <a:moveTo>
                  <a:pt x="3774906" y="375821"/>
                </a:moveTo>
                <a:lnTo>
                  <a:pt x="3774906" y="663821"/>
                </a:lnTo>
                <a:lnTo>
                  <a:pt x="4062906" y="663821"/>
                </a:lnTo>
                <a:lnTo>
                  <a:pt x="4062906" y="375821"/>
                </a:lnTo>
                <a:close/>
                <a:moveTo>
                  <a:pt x="3265838" y="375821"/>
                </a:moveTo>
                <a:lnTo>
                  <a:pt x="3265838" y="663821"/>
                </a:lnTo>
                <a:lnTo>
                  <a:pt x="3553838" y="663821"/>
                </a:lnTo>
                <a:lnTo>
                  <a:pt x="3553838" y="375821"/>
                </a:lnTo>
                <a:close/>
                <a:moveTo>
                  <a:pt x="2756769" y="375821"/>
                </a:moveTo>
                <a:lnTo>
                  <a:pt x="2756769" y="663821"/>
                </a:lnTo>
                <a:lnTo>
                  <a:pt x="3044769" y="663821"/>
                </a:lnTo>
                <a:lnTo>
                  <a:pt x="3044769" y="375821"/>
                </a:lnTo>
                <a:close/>
                <a:moveTo>
                  <a:pt x="2247700" y="375821"/>
                </a:moveTo>
                <a:lnTo>
                  <a:pt x="2247700" y="663821"/>
                </a:lnTo>
                <a:lnTo>
                  <a:pt x="2535700" y="663821"/>
                </a:lnTo>
                <a:lnTo>
                  <a:pt x="2535700" y="375821"/>
                </a:lnTo>
                <a:close/>
                <a:moveTo>
                  <a:pt x="1738631" y="375821"/>
                </a:moveTo>
                <a:lnTo>
                  <a:pt x="1738631" y="663821"/>
                </a:lnTo>
                <a:lnTo>
                  <a:pt x="2026631" y="663821"/>
                </a:lnTo>
                <a:lnTo>
                  <a:pt x="2026631" y="375821"/>
                </a:lnTo>
                <a:close/>
                <a:moveTo>
                  <a:pt x="1229563" y="375821"/>
                </a:moveTo>
                <a:lnTo>
                  <a:pt x="1229563" y="663821"/>
                </a:lnTo>
                <a:lnTo>
                  <a:pt x="1517563" y="663821"/>
                </a:lnTo>
                <a:lnTo>
                  <a:pt x="1517563" y="375821"/>
                </a:lnTo>
                <a:close/>
                <a:moveTo>
                  <a:pt x="720493" y="375821"/>
                </a:moveTo>
                <a:lnTo>
                  <a:pt x="720493" y="663821"/>
                </a:lnTo>
                <a:lnTo>
                  <a:pt x="1008494" y="663821"/>
                </a:lnTo>
                <a:lnTo>
                  <a:pt x="1008494" y="375821"/>
                </a:lnTo>
                <a:close/>
                <a:moveTo>
                  <a:pt x="529408" y="0"/>
                </a:moveTo>
                <a:lnTo>
                  <a:pt x="8994790" y="0"/>
                </a:lnTo>
                <a:cubicBezTo>
                  <a:pt x="9287174" y="0"/>
                  <a:pt x="9524198" y="237024"/>
                  <a:pt x="9524198" y="529408"/>
                </a:cubicBezTo>
                <a:lnTo>
                  <a:pt x="9524198" y="5447881"/>
                </a:lnTo>
                <a:cubicBezTo>
                  <a:pt x="9524198" y="5740265"/>
                  <a:pt x="9287174" y="5977289"/>
                  <a:pt x="8994790" y="5977289"/>
                </a:cubicBezTo>
                <a:lnTo>
                  <a:pt x="529408" y="5977289"/>
                </a:lnTo>
                <a:cubicBezTo>
                  <a:pt x="237024" y="5977289"/>
                  <a:pt x="0" y="5740265"/>
                  <a:pt x="0" y="5447881"/>
                </a:cubicBezTo>
                <a:lnTo>
                  <a:pt x="0" y="529408"/>
                </a:lnTo>
                <a:cubicBezTo>
                  <a:pt x="0" y="237024"/>
                  <a:pt x="237024" y="0"/>
                  <a:pt x="5294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" name="Google Shape;234;p4"/>
          <p:cNvGrpSpPr/>
          <p:nvPr/>
        </p:nvGrpSpPr>
        <p:grpSpPr>
          <a:xfrm>
            <a:off x="9246503" y="948490"/>
            <a:ext cx="2840540" cy="1100066"/>
            <a:chOff x="9064675" y="1143525"/>
            <a:chExt cx="2616925" cy="1003200"/>
          </a:xfrm>
        </p:grpSpPr>
        <p:sp>
          <p:nvSpPr>
            <p:cNvPr id="235" name="Google Shape;235;p4"/>
            <p:cNvSpPr/>
            <p:nvPr/>
          </p:nvSpPr>
          <p:spPr>
            <a:xfrm>
              <a:off x="9064675" y="1327575"/>
              <a:ext cx="731700" cy="63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 rot="-5400000">
              <a:off x="10223450" y="6885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9064675" y="13275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sp>
        <p:nvSpPr>
          <p:cNvPr id="240" name="Google Shape;240;p4"/>
          <p:cNvSpPr/>
          <p:nvPr/>
        </p:nvSpPr>
        <p:spPr>
          <a:xfrm>
            <a:off x="267447" y="303550"/>
            <a:ext cx="9892135" cy="6554340"/>
          </a:xfrm>
          <a:prstGeom prst="roundRect">
            <a:avLst>
              <a:gd name="adj" fmla="val 8857"/>
            </a:avLst>
          </a:prstGeom>
          <a:solidFill>
            <a:srgbClr val="000000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4"/>
          <p:cNvGrpSpPr/>
          <p:nvPr userDrawn="1"/>
        </p:nvGrpSpPr>
        <p:grpSpPr>
          <a:xfrm>
            <a:off x="9110903" y="5529192"/>
            <a:ext cx="2842874" cy="1100066"/>
            <a:chOff x="8939750" y="5320875"/>
            <a:chExt cx="2619075" cy="1003200"/>
          </a:xfrm>
        </p:grpSpPr>
        <p:sp>
          <p:nvSpPr>
            <p:cNvPr id="242" name="Google Shape;242;p4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43" name="Google Shape;243;p4"/>
            <p:cNvSpPr/>
            <p:nvPr/>
          </p:nvSpPr>
          <p:spPr>
            <a:xfrm rot="-5400000">
              <a:off x="10068575" y="48659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45" name="Google Shape;245;p4"/>
            <p:cNvSpPr txBox="1"/>
            <p:nvPr/>
          </p:nvSpPr>
          <p:spPr>
            <a:xfrm>
              <a:off x="9789125" y="56223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INFO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47" name="Google Shape;247;p4"/>
            <p:cNvSpPr/>
            <p:nvPr/>
          </p:nvSpPr>
          <p:spPr>
            <a:xfrm rot="-5400000">
              <a:off x="10068575" y="48659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250" name="Google Shape;250;p4"/>
          <p:cNvGrpSpPr/>
          <p:nvPr userDrawn="1"/>
        </p:nvGrpSpPr>
        <p:grpSpPr>
          <a:xfrm>
            <a:off x="9246503" y="4630948"/>
            <a:ext cx="2862794" cy="1100066"/>
            <a:chOff x="9064675" y="4501725"/>
            <a:chExt cx="2637427" cy="1003200"/>
          </a:xfrm>
        </p:grpSpPr>
        <p:sp>
          <p:nvSpPr>
            <p:cNvPr id="251" name="Google Shape;251;p4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52" name="Google Shape;252;p4"/>
            <p:cNvSpPr/>
            <p:nvPr/>
          </p:nvSpPr>
          <p:spPr>
            <a:xfrm rot="-5400000">
              <a:off x="10223450" y="40467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54" name="Google Shape;254;p4"/>
            <p:cNvSpPr txBox="1"/>
            <p:nvPr/>
          </p:nvSpPr>
          <p:spPr>
            <a:xfrm>
              <a:off x="9932402" y="480322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FRIDAY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56" name="Google Shape;256;p4"/>
            <p:cNvSpPr/>
            <p:nvPr/>
          </p:nvSpPr>
          <p:spPr>
            <a:xfrm rot="-5400000">
              <a:off x="10223450" y="40467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259" name="Google Shape;259;p4"/>
          <p:cNvGrpSpPr/>
          <p:nvPr userDrawn="1"/>
        </p:nvGrpSpPr>
        <p:grpSpPr>
          <a:xfrm>
            <a:off x="9246503" y="2789719"/>
            <a:ext cx="2945497" cy="1100066"/>
            <a:chOff x="9064675" y="2822625"/>
            <a:chExt cx="2713620" cy="1003200"/>
          </a:xfrm>
        </p:grpSpPr>
        <p:sp>
          <p:nvSpPr>
            <p:cNvPr id="260" name="Google Shape;260;p4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61" name="Google Shape;261;p4"/>
            <p:cNvSpPr/>
            <p:nvPr/>
          </p:nvSpPr>
          <p:spPr>
            <a:xfrm rot="-5400000">
              <a:off x="10223450" y="23676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63" name="Google Shape;263;p4"/>
            <p:cNvSpPr txBox="1"/>
            <p:nvPr/>
          </p:nvSpPr>
          <p:spPr>
            <a:xfrm>
              <a:off x="10008595" y="3124137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WEDNESDAY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65" name="Google Shape;265;p4"/>
            <p:cNvSpPr/>
            <p:nvPr/>
          </p:nvSpPr>
          <p:spPr>
            <a:xfrm rot="-5400000">
              <a:off x="10223450" y="23676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268" name="Google Shape;268;p4"/>
          <p:cNvGrpSpPr/>
          <p:nvPr userDrawn="1"/>
        </p:nvGrpSpPr>
        <p:grpSpPr>
          <a:xfrm>
            <a:off x="9110903" y="3687963"/>
            <a:ext cx="3008296" cy="1100066"/>
            <a:chOff x="8939750" y="3641775"/>
            <a:chExt cx="2771475" cy="1003200"/>
          </a:xfrm>
        </p:grpSpPr>
        <p:sp>
          <p:nvSpPr>
            <p:cNvPr id="269" name="Google Shape;269;p4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70" name="Google Shape;270;p4"/>
            <p:cNvSpPr/>
            <p:nvPr/>
          </p:nvSpPr>
          <p:spPr>
            <a:xfrm rot="-5400000">
              <a:off x="10068575" y="31868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72" name="Google Shape;272;p4"/>
            <p:cNvSpPr txBox="1"/>
            <p:nvPr/>
          </p:nvSpPr>
          <p:spPr>
            <a:xfrm>
              <a:off x="9941525" y="39432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THURSDAY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74" name="Google Shape;274;p4"/>
            <p:cNvSpPr/>
            <p:nvPr/>
          </p:nvSpPr>
          <p:spPr>
            <a:xfrm rot="-5400000">
              <a:off x="10068575" y="31868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sp>
        <p:nvSpPr>
          <p:cNvPr id="277" name="Google Shape;277;p4"/>
          <p:cNvSpPr/>
          <p:nvPr/>
        </p:nvSpPr>
        <p:spPr>
          <a:xfrm>
            <a:off x="334752" y="548194"/>
            <a:ext cx="9646745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302982" y="502819"/>
            <a:ext cx="9646745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238345" y="563688"/>
            <a:ext cx="9646745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239441" y="505032"/>
            <a:ext cx="9646745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" name="Google Shape;282;p4"/>
          <p:cNvGrpSpPr/>
          <p:nvPr/>
        </p:nvGrpSpPr>
        <p:grpSpPr>
          <a:xfrm>
            <a:off x="846714" y="0"/>
            <a:ext cx="8485440" cy="1030311"/>
            <a:chOff x="1371600" y="234214"/>
            <a:chExt cx="7736979" cy="822900"/>
          </a:xfrm>
        </p:grpSpPr>
        <p:sp>
          <p:nvSpPr>
            <p:cNvPr id="283" name="Google Shape;283;p4"/>
            <p:cNvSpPr/>
            <p:nvPr/>
          </p:nvSpPr>
          <p:spPr>
            <a:xfrm>
              <a:off x="137160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187649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238139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288629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339119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3896095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4400994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4905893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5410792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5915691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642059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692548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743038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793528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844018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894507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p4"/>
          <p:cNvSpPr/>
          <p:nvPr/>
        </p:nvSpPr>
        <p:spPr>
          <a:xfrm>
            <a:off x="9629174" y="2123415"/>
            <a:ext cx="794223" cy="69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301" name="Google Shape;301;p4"/>
          <p:cNvSpPr/>
          <p:nvPr/>
        </p:nvSpPr>
        <p:spPr>
          <a:xfrm rot="16200000">
            <a:off x="10330614" y="1358481"/>
            <a:ext cx="1100066" cy="2076573"/>
          </a:xfrm>
          <a:prstGeom prst="trapezoid">
            <a:avLst>
              <a:gd name="adj" fmla="val 19525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303" name="Google Shape;303;p4"/>
          <p:cNvSpPr txBox="1"/>
          <p:nvPr/>
        </p:nvSpPr>
        <p:spPr>
          <a:xfrm>
            <a:off x="10115568" y="2177347"/>
            <a:ext cx="1920920" cy="438842"/>
          </a:xfrm>
          <a:prstGeom prst="rect">
            <a:avLst/>
          </a:prstGeom>
          <a:noFill/>
          <a:ln>
            <a:noFill/>
          </a:ln>
          <a:effectLst>
            <a:outerShdw dist="38100" dir="396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rPr>
              <a:t>TUESDAY</a:t>
            </a:r>
            <a:endParaRPr sz="230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305" name="Google Shape;305;p4"/>
          <p:cNvSpPr/>
          <p:nvPr/>
        </p:nvSpPr>
        <p:spPr>
          <a:xfrm rot="16200000">
            <a:off x="10330614" y="1358481"/>
            <a:ext cx="1100066" cy="2076573"/>
          </a:xfrm>
          <a:prstGeom prst="trapezoid">
            <a:avLst>
              <a:gd name="adj" fmla="val 19525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 dirty="0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2" name="Google Shape;55;p2">
            <a:extLst>
              <a:ext uri="{FF2B5EF4-FFF2-40B4-BE49-F238E27FC236}">
                <a16:creationId xmlns:a16="http://schemas.microsoft.com/office/drawing/2014/main" id="{3D29A30A-17B7-4231-29B3-1A8C43D014D7}"/>
              </a:ext>
            </a:extLst>
          </p:cNvPr>
          <p:cNvSpPr txBox="1"/>
          <p:nvPr/>
        </p:nvSpPr>
        <p:spPr>
          <a:xfrm>
            <a:off x="10107373" y="1916094"/>
            <a:ext cx="1920920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u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وضعية استكشافية</a:t>
            </a:r>
            <a:endParaRPr sz="2400" b="1" u="none" dirty="0">
              <a:solidFill>
                <a:schemeClr val="dk2"/>
              </a:solidFill>
              <a:effectLst/>
              <a:latin typeface="Kufyan Arabic Black" panose="02000500000000000000" pitchFamily="2" charset="-78"/>
              <a:ea typeface="Ranchers"/>
              <a:cs typeface="Kufyan Arabic Black" panose="02000500000000000000" pitchFamily="2" charset="-78"/>
              <a:sym typeface="Ranchers"/>
            </a:endParaRPr>
          </a:p>
        </p:txBody>
      </p:sp>
      <p:sp>
        <p:nvSpPr>
          <p:cNvPr id="13" name="Google Shape;110;p2">
            <a:hlinkClick r:id="rId2" action="ppaction://hlinksldjump"/>
            <a:extLst>
              <a:ext uri="{FF2B5EF4-FFF2-40B4-BE49-F238E27FC236}">
                <a16:creationId xmlns:a16="http://schemas.microsoft.com/office/drawing/2014/main" id="{D43BFF64-568F-488F-B1FC-79292F79BCA7}"/>
              </a:ext>
            </a:extLst>
          </p:cNvPr>
          <p:cNvSpPr/>
          <p:nvPr/>
        </p:nvSpPr>
        <p:spPr>
          <a:xfrm>
            <a:off x="9981496" y="1992900"/>
            <a:ext cx="2108160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6;p2">
            <a:extLst>
              <a:ext uri="{FF2B5EF4-FFF2-40B4-BE49-F238E27FC236}">
                <a16:creationId xmlns:a16="http://schemas.microsoft.com/office/drawing/2014/main" id="{34386694-B80C-7C54-9284-7563B8DBFB33}"/>
              </a:ext>
            </a:extLst>
          </p:cNvPr>
          <p:cNvSpPr txBox="1"/>
          <p:nvPr/>
        </p:nvSpPr>
        <p:spPr>
          <a:xfrm>
            <a:off x="10107373" y="3081595"/>
            <a:ext cx="1920920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أجرّب و أتثبت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5" name="Google Shape;111;p2">
            <a:hlinkClick r:id="rId3" action="ppaction://hlinksldjump"/>
            <a:extLst>
              <a:ext uri="{FF2B5EF4-FFF2-40B4-BE49-F238E27FC236}">
                <a16:creationId xmlns:a16="http://schemas.microsoft.com/office/drawing/2014/main" id="{814B11C3-EB50-8681-4990-2F2FD181669A}"/>
              </a:ext>
            </a:extLst>
          </p:cNvPr>
          <p:cNvSpPr/>
          <p:nvPr/>
        </p:nvSpPr>
        <p:spPr>
          <a:xfrm>
            <a:off x="9940151" y="2933088"/>
            <a:ext cx="2108160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64;p2">
            <a:extLst>
              <a:ext uri="{FF2B5EF4-FFF2-40B4-BE49-F238E27FC236}">
                <a16:creationId xmlns:a16="http://schemas.microsoft.com/office/drawing/2014/main" id="{37AE3980-A3D2-18CD-EB36-AD9ECE3DA4AC}"/>
              </a:ext>
            </a:extLst>
          </p:cNvPr>
          <p:cNvSpPr txBox="1"/>
          <p:nvPr/>
        </p:nvSpPr>
        <p:spPr>
          <a:xfrm>
            <a:off x="10123435" y="3967997"/>
            <a:ext cx="1920920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800" i="0" u="none" strike="noStrike" cap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أستنتج</a:t>
            </a:r>
            <a:endParaRPr sz="2800" dirty="0">
              <a:solidFill>
                <a:schemeClr val="dk2"/>
              </a:solidFill>
              <a:effectLst/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7" name="Google Shape;112;p2">
            <a:hlinkClick r:id="rId4" action="ppaction://hlinksldjump"/>
            <a:extLst>
              <a:ext uri="{FF2B5EF4-FFF2-40B4-BE49-F238E27FC236}">
                <a16:creationId xmlns:a16="http://schemas.microsoft.com/office/drawing/2014/main" id="{88A401F6-BFC0-B166-8D8A-20B8CB618CF1}"/>
              </a:ext>
            </a:extLst>
          </p:cNvPr>
          <p:cNvSpPr/>
          <p:nvPr/>
        </p:nvSpPr>
        <p:spPr>
          <a:xfrm>
            <a:off x="10013266" y="3798980"/>
            <a:ext cx="2108160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37;p2">
            <a:extLst>
              <a:ext uri="{FF2B5EF4-FFF2-40B4-BE49-F238E27FC236}">
                <a16:creationId xmlns:a16="http://schemas.microsoft.com/office/drawing/2014/main" id="{DBCF56E9-98C9-7845-7A10-C6024AC23684}"/>
              </a:ext>
            </a:extLst>
          </p:cNvPr>
          <p:cNvSpPr txBox="1"/>
          <p:nvPr/>
        </p:nvSpPr>
        <p:spPr>
          <a:xfrm>
            <a:off x="10195117" y="4887675"/>
            <a:ext cx="1920920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أطبّق</a:t>
            </a:r>
            <a:endParaRPr sz="24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9" name="Google Shape;113;p2">
            <a:hlinkClick r:id="rId5" action="ppaction://hlinksldjump"/>
            <a:extLst>
              <a:ext uri="{FF2B5EF4-FFF2-40B4-BE49-F238E27FC236}">
                <a16:creationId xmlns:a16="http://schemas.microsoft.com/office/drawing/2014/main" id="{0CD3A684-25AF-74B5-5029-616AC37477CE}"/>
              </a:ext>
            </a:extLst>
          </p:cNvPr>
          <p:cNvSpPr/>
          <p:nvPr/>
        </p:nvSpPr>
        <p:spPr>
          <a:xfrm>
            <a:off x="9940151" y="4794543"/>
            <a:ext cx="2108160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8;p2">
            <a:extLst>
              <a:ext uri="{FF2B5EF4-FFF2-40B4-BE49-F238E27FC236}">
                <a16:creationId xmlns:a16="http://schemas.microsoft.com/office/drawing/2014/main" id="{FA791D92-76AD-4443-B33C-3CCAB4D634D5}"/>
              </a:ext>
            </a:extLst>
          </p:cNvPr>
          <p:cNvSpPr txBox="1"/>
          <p:nvPr/>
        </p:nvSpPr>
        <p:spPr>
          <a:xfrm>
            <a:off x="10048801" y="5752383"/>
            <a:ext cx="1920920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أقيّم</a:t>
            </a:r>
            <a:endParaRPr sz="28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21" name="Google Shape;114;p2">
            <a:hlinkClick r:id="rId6" action="ppaction://hlinksldjump"/>
            <a:extLst>
              <a:ext uri="{FF2B5EF4-FFF2-40B4-BE49-F238E27FC236}">
                <a16:creationId xmlns:a16="http://schemas.microsoft.com/office/drawing/2014/main" id="{9B96B194-2653-C6B7-9A2F-AFC3DE13A901}"/>
              </a:ext>
            </a:extLst>
          </p:cNvPr>
          <p:cNvSpPr/>
          <p:nvPr/>
        </p:nvSpPr>
        <p:spPr>
          <a:xfrm>
            <a:off x="10013266" y="5657787"/>
            <a:ext cx="2108160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9;p2">
            <a:extLst>
              <a:ext uri="{FF2B5EF4-FFF2-40B4-BE49-F238E27FC236}">
                <a16:creationId xmlns:a16="http://schemas.microsoft.com/office/drawing/2014/main" id="{D5421B31-C7C9-AACC-98A2-88CF44E50D4F}"/>
              </a:ext>
            </a:extLst>
          </p:cNvPr>
          <p:cNvSpPr txBox="1"/>
          <p:nvPr/>
        </p:nvSpPr>
        <p:spPr>
          <a:xfrm>
            <a:off x="10195110" y="1157578"/>
            <a:ext cx="1920920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مراجعة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23" name="Google Shape;109;p2">
            <a:hlinkClick r:id="rId7" action="ppaction://hlinksldjump"/>
            <a:extLst>
              <a:ext uri="{FF2B5EF4-FFF2-40B4-BE49-F238E27FC236}">
                <a16:creationId xmlns:a16="http://schemas.microsoft.com/office/drawing/2014/main" id="{2364C9F3-2254-68E4-F989-85ED0FB1F86F}"/>
              </a:ext>
            </a:extLst>
          </p:cNvPr>
          <p:cNvSpPr/>
          <p:nvPr userDrawn="1"/>
        </p:nvSpPr>
        <p:spPr>
          <a:xfrm>
            <a:off x="10173815" y="1151938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Wednesday" userDrawn="1">
  <p:cSld name="CUSTOM_14_1_1">
    <p:bg>
      <p:bgPr>
        <a:solidFill>
          <a:schemeClr val="accent3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"/>
          <p:cNvSpPr/>
          <p:nvPr/>
        </p:nvSpPr>
        <p:spPr>
          <a:xfrm>
            <a:off x="0" y="303562"/>
            <a:ext cx="10304571" cy="6554438"/>
          </a:xfrm>
          <a:custGeom>
            <a:avLst/>
            <a:gdLst/>
            <a:ahLst/>
            <a:cxnLst/>
            <a:rect l="l" t="t" r="r" b="b"/>
            <a:pathLst>
              <a:path w="9524198" h="5977289" extrusionOk="0">
                <a:moveTo>
                  <a:pt x="8356534" y="375821"/>
                </a:moveTo>
                <a:lnTo>
                  <a:pt x="8356534" y="663821"/>
                </a:lnTo>
                <a:lnTo>
                  <a:pt x="8644534" y="663821"/>
                </a:lnTo>
                <a:lnTo>
                  <a:pt x="8644534" y="375821"/>
                </a:lnTo>
                <a:close/>
                <a:moveTo>
                  <a:pt x="7847458" y="375821"/>
                </a:moveTo>
                <a:lnTo>
                  <a:pt x="7847458" y="663821"/>
                </a:lnTo>
                <a:lnTo>
                  <a:pt x="8135458" y="663821"/>
                </a:lnTo>
                <a:lnTo>
                  <a:pt x="8135458" y="375821"/>
                </a:lnTo>
                <a:close/>
                <a:moveTo>
                  <a:pt x="7338389" y="375821"/>
                </a:moveTo>
                <a:lnTo>
                  <a:pt x="7338389" y="663821"/>
                </a:lnTo>
                <a:lnTo>
                  <a:pt x="7626389" y="663821"/>
                </a:lnTo>
                <a:lnTo>
                  <a:pt x="7626389" y="375821"/>
                </a:lnTo>
                <a:close/>
                <a:moveTo>
                  <a:pt x="6829320" y="375821"/>
                </a:moveTo>
                <a:lnTo>
                  <a:pt x="6829320" y="663821"/>
                </a:lnTo>
                <a:lnTo>
                  <a:pt x="7117320" y="663821"/>
                </a:lnTo>
                <a:lnTo>
                  <a:pt x="7117320" y="375821"/>
                </a:lnTo>
                <a:close/>
                <a:moveTo>
                  <a:pt x="6320251" y="375821"/>
                </a:moveTo>
                <a:lnTo>
                  <a:pt x="6320251" y="663821"/>
                </a:lnTo>
                <a:lnTo>
                  <a:pt x="6608251" y="663821"/>
                </a:lnTo>
                <a:lnTo>
                  <a:pt x="6608251" y="375821"/>
                </a:lnTo>
                <a:close/>
                <a:moveTo>
                  <a:pt x="5811182" y="375821"/>
                </a:moveTo>
                <a:lnTo>
                  <a:pt x="5811182" y="663821"/>
                </a:lnTo>
                <a:lnTo>
                  <a:pt x="6099182" y="663821"/>
                </a:lnTo>
                <a:lnTo>
                  <a:pt x="6099182" y="375821"/>
                </a:lnTo>
                <a:close/>
                <a:moveTo>
                  <a:pt x="5302113" y="375821"/>
                </a:moveTo>
                <a:lnTo>
                  <a:pt x="5302113" y="663821"/>
                </a:lnTo>
                <a:lnTo>
                  <a:pt x="5590113" y="663821"/>
                </a:lnTo>
                <a:lnTo>
                  <a:pt x="5590113" y="375821"/>
                </a:lnTo>
                <a:close/>
                <a:moveTo>
                  <a:pt x="4793044" y="375821"/>
                </a:moveTo>
                <a:lnTo>
                  <a:pt x="4793044" y="663821"/>
                </a:lnTo>
                <a:lnTo>
                  <a:pt x="5081044" y="663821"/>
                </a:lnTo>
                <a:lnTo>
                  <a:pt x="5081044" y="375821"/>
                </a:lnTo>
                <a:close/>
                <a:moveTo>
                  <a:pt x="4283975" y="375821"/>
                </a:moveTo>
                <a:lnTo>
                  <a:pt x="4283975" y="663821"/>
                </a:lnTo>
                <a:lnTo>
                  <a:pt x="4571975" y="663821"/>
                </a:lnTo>
                <a:lnTo>
                  <a:pt x="4571975" y="375821"/>
                </a:lnTo>
                <a:close/>
                <a:moveTo>
                  <a:pt x="3774906" y="375821"/>
                </a:moveTo>
                <a:lnTo>
                  <a:pt x="3774906" y="663821"/>
                </a:lnTo>
                <a:lnTo>
                  <a:pt x="4062906" y="663821"/>
                </a:lnTo>
                <a:lnTo>
                  <a:pt x="4062906" y="375821"/>
                </a:lnTo>
                <a:close/>
                <a:moveTo>
                  <a:pt x="3265838" y="375821"/>
                </a:moveTo>
                <a:lnTo>
                  <a:pt x="3265838" y="663821"/>
                </a:lnTo>
                <a:lnTo>
                  <a:pt x="3553838" y="663821"/>
                </a:lnTo>
                <a:lnTo>
                  <a:pt x="3553838" y="375821"/>
                </a:lnTo>
                <a:close/>
                <a:moveTo>
                  <a:pt x="2756769" y="375821"/>
                </a:moveTo>
                <a:lnTo>
                  <a:pt x="2756769" y="663821"/>
                </a:lnTo>
                <a:lnTo>
                  <a:pt x="3044769" y="663821"/>
                </a:lnTo>
                <a:lnTo>
                  <a:pt x="3044769" y="375821"/>
                </a:lnTo>
                <a:close/>
                <a:moveTo>
                  <a:pt x="2247700" y="375821"/>
                </a:moveTo>
                <a:lnTo>
                  <a:pt x="2247700" y="663821"/>
                </a:lnTo>
                <a:lnTo>
                  <a:pt x="2535700" y="663821"/>
                </a:lnTo>
                <a:lnTo>
                  <a:pt x="2535700" y="375821"/>
                </a:lnTo>
                <a:close/>
                <a:moveTo>
                  <a:pt x="1738631" y="375821"/>
                </a:moveTo>
                <a:lnTo>
                  <a:pt x="1738631" y="663821"/>
                </a:lnTo>
                <a:lnTo>
                  <a:pt x="2026631" y="663821"/>
                </a:lnTo>
                <a:lnTo>
                  <a:pt x="2026631" y="375821"/>
                </a:lnTo>
                <a:close/>
                <a:moveTo>
                  <a:pt x="1229563" y="375821"/>
                </a:moveTo>
                <a:lnTo>
                  <a:pt x="1229563" y="663821"/>
                </a:lnTo>
                <a:lnTo>
                  <a:pt x="1517563" y="663821"/>
                </a:lnTo>
                <a:lnTo>
                  <a:pt x="1517563" y="375821"/>
                </a:lnTo>
                <a:close/>
                <a:moveTo>
                  <a:pt x="720493" y="375821"/>
                </a:moveTo>
                <a:lnTo>
                  <a:pt x="720493" y="663821"/>
                </a:lnTo>
                <a:lnTo>
                  <a:pt x="1008494" y="663821"/>
                </a:lnTo>
                <a:lnTo>
                  <a:pt x="1008494" y="375821"/>
                </a:lnTo>
                <a:close/>
                <a:moveTo>
                  <a:pt x="529408" y="0"/>
                </a:moveTo>
                <a:lnTo>
                  <a:pt x="8994790" y="0"/>
                </a:lnTo>
                <a:cubicBezTo>
                  <a:pt x="9287174" y="0"/>
                  <a:pt x="9524198" y="237024"/>
                  <a:pt x="9524198" y="529408"/>
                </a:cubicBezTo>
                <a:lnTo>
                  <a:pt x="9524198" y="5447881"/>
                </a:lnTo>
                <a:cubicBezTo>
                  <a:pt x="9524198" y="5740265"/>
                  <a:pt x="9287174" y="5977289"/>
                  <a:pt x="8994790" y="5977289"/>
                </a:cubicBezTo>
                <a:lnTo>
                  <a:pt x="529408" y="5977289"/>
                </a:lnTo>
                <a:cubicBezTo>
                  <a:pt x="237024" y="5977289"/>
                  <a:pt x="0" y="5740265"/>
                  <a:pt x="0" y="5447881"/>
                </a:cubicBezTo>
                <a:lnTo>
                  <a:pt x="0" y="529408"/>
                </a:lnTo>
                <a:cubicBezTo>
                  <a:pt x="0" y="237024"/>
                  <a:pt x="237024" y="0"/>
                  <a:pt x="5294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5"/>
          <p:cNvGrpSpPr/>
          <p:nvPr/>
        </p:nvGrpSpPr>
        <p:grpSpPr>
          <a:xfrm>
            <a:off x="9216571" y="948490"/>
            <a:ext cx="2831345" cy="1100066"/>
            <a:chOff x="9064675" y="1143525"/>
            <a:chExt cx="2616925" cy="1003200"/>
          </a:xfrm>
        </p:grpSpPr>
        <p:sp>
          <p:nvSpPr>
            <p:cNvPr id="343" name="Google Shape;343;p5"/>
            <p:cNvSpPr/>
            <p:nvPr/>
          </p:nvSpPr>
          <p:spPr>
            <a:xfrm>
              <a:off x="9064675" y="1327575"/>
              <a:ext cx="731700" cy="63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44" name="Google Shape;344;p5"/>
            <p:cNvSpPr/>
            <p:nvPr/>
          </p:nvSpPr>
          <p:spPr>
            <a:xfrm rot="-5400000">
              <a:off x="10223450" y="6885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9064675" y="13275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347" name="Google Shape;347;p5"/>
          <p:cNvGrpSpPr/>
          <p:nvPr/>
        </p:nvGrpSpPr>
        <p:grpSpPr>
          <a:xfrm>
            <a:off x="9081410" y="1846735"/>
            <a:ext cx="2916114" cy="1100066"/>
            <a:chOff x="8939750" y="1962675"/>
            <a:chExt cx="2695275" cy="1003200"/>
          </a:xfrm>
        </p:grpSpPr>
        <p:sp>
          <p:nvSpPr>
            <p:cNvPr id="348" name="Google Shape;348;p5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49" name="Google Shape;349;p5"/>
            <p:cNvSpPr/>
            <p:nvPr/>
          </p:nvSpPr>
          <p:spPr>
            <a:xfrm rot="-5400000">
              <a:off x="10068575" y="15077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51" name="Google Shape;351;p5"/>
            <p:cNvSpPr txBox="1"/>
            <p:nvPr/>
          </p:nvSpPr>
          <p:spPr>
            <a:xfrm>
              <a:off x="9865325" y="22641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TUESDAY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53" name="Google Shape;353;p5"/>
            <p:cNvSpPr/>
            <p:nvPr/>
          </p:nvSpPr>
          <p:spPr>
            <a:xfrm rot="-5400000">
              <a:off x="10068575" y="15077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sp>
        <p:nvSpPr>
          <p:cNvPr id="357" name="Google Shape;357;p5"/>
          <p:cNvSpPr/>
          <p:nvPr/>
        </p:nvSpPr>
        <p:spPr>
          <a:xfrm>
            <a:off x="266581" y="303550"/>
            <a:ext cx="9860114" cy="6554340"/>
          </a:xfrm>
          <a:prstGeom prst="roundRect">
            <a:avLst>
              <a:gd name="adj" fmla="val 8857"/>
            </a:avLst>
          </a:prstGeom>
          <a:solidFill>
            <a:srgbClr val="000000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p5"/>
          <p:cNvGrpSpPr/>
          <p:nvPr/>
        </p:nvGrpSpPr>
        <p:grpSpPr>
          <a:xfrm>
            <a:off x="9081410" y="5529192"/>
            <a:ext cx="2833671" cy="1100066"/>
            <a:chOff x="8939750" y="5320875"/>
            <a:chExt cx="2619075" cy="1003200"/>
          </a:xfrm>
        </p:grpSpPr>
        <p:sp>
          <p:nvSpPr>
            <p:cNvPr id="359" name="Google Shape;359;p5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60" name="Google Shape;360;p5"/>
            <p:cNvSpPr/>
            <p:nvPr/>
          </p:nvSpPr>
          <p:spPr>
            <a:xfrm rot="-5400000">
              <a:off x="10068575" y="48659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62" name="Google Shape;362;p5"/>
            <p:cNvSpPr txBox="1"/>
            <p:nvPr/>
          </p:nvSpPr>
          <p:spPr>
            <a:xfrm>
              <a:off x="9789125" y="56223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INFO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64" name="Google Shape;364;p5"/>
            <p:cNvSpPr/>
            <p:nvPr/>
          </p:nvSpPr>
          <p:spPr>
            <a:xfrm rot="-5400000">
              <a:off x="10068575" y="48659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367" name="Google Shape;367;p5"/>
          <p:cNvGrpSpPr/>
          <p:nvPr/>
        </p:nvGrpSpPr>
        <p:grpSpPr>
          <a:xfrm>
            <a:off x="9216571" y="4630948"/>
            <a:ext cx="2853527" cy="1100066"/>
            <a:chOff x="9064675" y="4501725"/>
            <a:chExt cx="2637427" cy="1003200"/>
          </a:xfrm>
        </p:grpSpPr>
        <p:sp>
          <p:nvSpPr>
            <p:cNvPr id="368" name="Google Shape;368;p5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69" name="Google Shape;369;p5"/>
            <p:cNvSpPr/>
            <p:nvPr/>
          </p:nvSpPr>
          <p:spPr>
            <a:xfrm rot="-5400000">
              <a:off x="10223450" y="40467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71" name="Google Shape;371;p5"/>
            <p:cNvSpPr txBox="1"/>
            <p:nvPr/>
          </p:nvSpPr>
          <p:spPr>
            <a:xfrm>
              <a:off x="9932402" y="480322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FRIDAY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73" name="Google Shape;373;p5"/>
            <p:cNvSpPr/>
            <p:nvPr/>
          </p:nvSpPr>
          <p:spPr>
            <a:xfrm rot="-5400000">
              <a:off x="10223450" y="40467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376" name="Google Shape;376;p5"/>
          <p:cNvGrpSpPr/>
          <p:nvPr/>
        </p:nvGrpSpPr>
        <p:grpSpPr>
          <a:xfrm>
            <a:off x="9081410" y="3687963"/>
            <a:ext cx="2998558" cy="1100066"/>
            <a:chOff x="8939750" y="3641775"/>
            <a:chExt cx="2771475" cy="1003200"/>
          </a:xfrm>
        </p:grpSpPr>
        <p:sp>
          <p:nvSpPr>
            <p:cNvPr id="377" name="Google Shape;377;p5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78" name="Google Shape;378;p5"/>
            <p:cNvSpPr/>
            <p:nvPr/>
          </p:nvSpPr>
          <p:spPr>
            <a:xfrm rot="-5400000">
              <a:off x="10068575" y="31868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80" name="Google Shape;380;p5"/>
            <p:cNvSpPr txBox="1"/>
            <p:nvPr/>
          </p:nvSpPr>
          <p:spPr>
            <a:xfrm>
              <a:off x="9941525" y="39432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THURSDAY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82" name="Google Shape;382;p5"/>
            <p:cNvSpPr/>
            <p:nvPr/>
          </p:nvSpPr>
          <p:spPr>
            <a:xfrm rot="-5400000">
              <a:off x="10068575" y="31868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sp>
        <p:nvSpPr>
          <p:cNvPr id="385" name="Google Shape;385;p5"/>
          <p:cNvSpPr/>
          <p:nvPr/>
        </p:nvSpPr>
        <p:spPr>
          <a:xfrm>
            <a:off x="333668" y="548194"/>
            <a:ext cx="9615517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5"/>
          <p:cNvSpPr/>
          <p:nvPr/>
        </p:nvSpPr>
        <p:spPr>
          <a:xfrm>
            <a:off x="302001" y="502819"/>
            <a:ext cx="9615517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5"/>
          <p:cNvSpPr/>
          <p:nvPr/>
        </p:nvSpPr>
        <p:spPr>
          <a:xfrm>
            <a:off x="237574" y="563688"/>
            <a:ext cx="9615517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5"/>
          <p:cNvSpPr/>
          <p:nvPr/>
        </p:nvSpPr>
        <p:spPr>
          <a:xfrm>
            <a:off x="238666" y="505032"/>
            <a:ext cx="9615517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" name="Google Shape;390;p5"/>
          <p:cNvGrpSpPr/>
          <p:nvPr/>
        </p:nvGrpSpPr>
        <p:grpSpPr>
          <a:xfrm>
            <a:off x="843973" y="0"/>
            <a:ext cx="8457971" cy="1030311"/>
            <a:chOff x="1371600" y="234214"/>
            <a:chExt cx="7736979" cy="822900"/>
          </a:xfrm>
        </p:grpSpPr>
        <p:sp>
          <p:nvSpPr>
            <p:cNvPr id="391" name="Google Shape;391;p5"/>
            <p:cNvSpPr/>
            <p:nvPr/>
          </p:nvSpPr>
          <p:spPr>
            <a:xfrm>
              <a:off x="137160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187649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238139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288629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339119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896095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4400994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4905893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5410792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5915691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642059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692548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743038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793528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844018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894507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5"/>
          <p:cNvSpPr/>
          <p:nvPr/>
        </p:nvSpPr>
        <p:spPr>
          <a:xfrm>
            <a:off x="9742004" y="3087693"/>
            <a:ext cx="791652" cy="6964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409" name="Google Shape;409;p5"/>
          <p:cNvSpPr/>
          <p:nvPr/>
        </p:nvSpPr>
        <p:spPr>
          <a:xfrm rot="16200000">
            <a:off x="10462957" y="2304826"/>
            <a:ext cx="1100066" cy="2069851"/>
          </a:xfrm>
          <a:prstGeom prst="trapezoid">
            <a:avLst>
              <a:gd name="adj" fmla="val 19525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411" name="Google Shape;411;p5"/>
          <p:cNvSpPr txBox="1"/>
          <p:nvPr/>
        </p:nvSpPr>
        <p:spPr>
          <a:xfrm>
            <a:off x="10237831" y="3120344"/>
            <a:ext cx="1914702" cy="438842"/>
          </a:xfrm>
          <a:prstGeom prst="rect">
            <a:avLst/>
          </a:prstGeom>
          <a:noFill/>
          <a:ln>
            <a:noFill/>
          </a:ln>
          <a:effectLst>
            <a:outerShdw dist="38100" dir="396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rPr>
              <a:t>WEDNESDAY</a:t>
            </a:r>
            <a:endParaRPr sz="230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413" name="Google Shape;413;p5"/>
          <p:cNvSpPr/>
          <p:nvPr/>
        </p:nvSpPr>
        <p:spPr>
          <a:xfrm rot="16200000">
            <a:off x="10462957" y="2304826"/>
            <a:ext cx="1100066" cy="2069851"/>
          </a:xfrm>
          <a:prstGeom prst="trapezoid">
            <a:avLst>
              <a:gd name="adj" fmla="val 19525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2" name="Google Shape;55;p2">
            <a:extLst>
              <a:ext uri="{FF2B5EF4-FFF2-40B4-BE49-F238E27FC236}">
                <a16:creationId xmlns:a16="http://schemas.microsoft.com/office/drawing/2014/main" id="{97C96506-E295-4D11-ECBF-0E4C860A8F5E}"/>
              </a:ext>
            </a:extLst>
          </p:cNvPr>
          <p:cNvSpPr txBox="1"/>
          <p:nvPr/>
        </p:nvSpPr>
        <p:spPr>
          <a:xfrm>
            <a:off x="10119672" y="1943844"/>
            <a:ext cx="1914702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u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وضعية استكشافية</a:t>
            </a:r>
            <a:endParaRPr sz="2400" b="1" u="none" dirty="0">
              <a:solidFill>
                <a:schemeClr val="dk2"/>
              </a:solidFill>
              <a:effectLst/>
              <a:latin typeface="Kufyan Arabic Black" panose="02000500000000000000" pitchFamily="2" charset="-78"/>
              <a:ea typeface="Ranchers"/>
              <a:cs typeface="Kufyan Arabic Black" panose="02000500000000000000" pitchFamily="2" charset="-78"/>
              <a:sym typeface="Ranchers"/>
            </a:endParaRPr>
          </a:p>
        </p:txBody>
      </p:sp>
      <p:sp>
        <p:nvSpPr>
          <p:cNvPr id="13" name="Google Shape;110;p2">
            <a:hlinkClick r:id="rId2" action="ppaction://hlinksldjump"/>
            <a:extLst>
              <a:ext uri="{FF2B5EF4-FFF2-40B4-BE49-F238E27FC236}">
                <a16:creationId xmlns:a16="http://schemas.microsoft.com/office/drawing/2014/main" id="{36EF73EA-E762-8308-5755-321CBD7A60F4}"/>
              </a:ext>
            </a:extLst>
          </p:cNvPr>
          <p:cNvSpPr/>
          <p:nvPr/>
        </p:nvSpPr>
        <p:spPr>
          <a:xfrm>
            <a:off x="9997347" y="2023929"/>
            <a:ext cx="2101336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6;p2">
            <a:extLst>
              <a:ext uri="{FF2B5EF4-FFF2-40B4-BE49-F238E27FC236}">
                <a16:creationId xmlns:a16="http://schemas.microsoft.com/office/drawing/2014/main" id="{A181D64C-8115-445E-AAFA-81ED7F410F85}"/>
              </a:ext>
            </a:extLst>
          </p:cNvPr>
          <p:cNvSpPr txBox="1"/>
          <p:nvPr/>
        </p:nvSpPr>
        <p:spPr>
          <a:xfrm>
            <a:off x="10074654" y="3081595"/>
            <a:ext cx="1914702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أجرّب و أتثبت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5" name="Google Shape;111;p2">
            <a:hlinkClick r:id="rId3" action="ppaction://hlinksldjump"/>
            <a:extLst>
              <a:ext uri="{FF2B5EF4-FFF2-40B4-BE49-F238E27FC236}">
                <a16:creationId xmlns:a16="http://schemas.microsoft.com/office/drawing/2014/main" id="{841CF6CE-67B2-7C41-4D20-2C42BE8BA880}"/>
              </a:ext>
            </a:extLst>
          </p:cNvPr>
          <p:cNvSpPr/>
          <p:nvPr/>
        </p:nvSpPr>
        <p:spPr>
          <a:xfrm>
            <a:off x="10016272" y="2931732"/>
            <a:ext cx="2101336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64;p2">
            <a:extLst>
              <a:ext uri="{FF2B5EF4-FFF2-40B4-BE49-F238E27FC236}">
                <a16:creationId xmlns:a16="http://schemas.microsoft.com/office/drawing/2014/main" id="{9C3FAFDC-662B-64B3-0EFD-3ED82B107473}"/>
              </a:ext>
            </a:extLst>
          </p:cNvPr>
          <p:cNvSpPr txBox="1"/>
          <p:nvPr/>
        </p:nvSpPr>
        <p:spPr>
          <a:xfrm>
            <a:off x="10090664" y="3967997"/>
            <a:ext cx="1914702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800" i="0" u="none" strike="noStrike" cap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أستنتج</a:t>
            </a:r>
            <a:endParaRPr sz="2800" dirty="0">
              <a:solidFill>
                <a:schemeClr val="dk2"/>
              </a:solidFill>
              <a:effectLst/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7" name="Google Shape;112;p2">
            <a:hlinkClick r:id="rId4" action="ppaction://hlinksldjump"/>
            <a:extLst>
              <a:ext uri="{FF2B5EF4-FFF2-40B4-BE49-F238E27FC236}">
                <a16:creationId xmlns:a16="http://schemas.microsoft.com/office/drawing/2014/main" id="{84053043-ECC7-9783-30BC-4ECCFAC3969D}"/>
              </a:ext>
            </a:extLst>
          </p:cNvPr>
          <p:cNvSpPr/>
          <p:nvPr/>
        </p:nvSpPr>
        <p:spPr>
          <a:xfrm>
            <a:off x="9962322" y="3816379"/>
            <a:ext cx="2101336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37;p2">
            <a:extLst>
              <a:ext uri="{FF2B5EF4-FFF2-40B4-BE49-F238E27FC236}">
                <a16:creationId xmlns:a16="http://schemas.microsoft.com/office/drawing/2014/main" id="{66AF1326-32DF-90F0-65C8-F79450A1A2FD}"/>
              </a:ext>
            </a:extLst>
          </p:cNvPr>
          <p:cNvSpPr txBox="1"/>
          <p:nvPr/>
        </p:nvSpPr>
        <p:spPr>
          <a:xfrm>
            <a:off x="10162114" y="4887675"/>
            <a:ext cx="1914702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أطبّق</a:t>
            </a:r>
            <a:endParaRPr sz="24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9" name="Google Shape;113;p2">
            <a:hlinkClick r:id="rId5" action="ppaction://hlinksldjump"/>
            <a:extLst>
              <a:ext uri="{FF2B5EF4-FFF2-40B4-BE49-F238E27FC236}">
                <a16:creationId xmlns:a16="http://schemas.microsoft.com/office/drawing/2014/main" id="{2E2BEFDC-B879-761F-E56A-D2D2D124964A}"/>
              </a:ext>
            </a:extLst>
          </p:cNvPr>
          <p:cNvSpPr/>
          <p:nvPr/>
        </p:nvSpPr>
        <p:spPr>
          <a:xfrm>
            <a:off x="9997347" y="4769339"/>
            <a:ext cx="2101336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8;p2">
            <a:extLst>
              <a:ext uri="{FF2B5EF4-FFF2-40B4-BE49-F238E27FC236}">
                <a16:creationId xmlns:a16="http://schemas.microsoft.com/office/drawing/2014/main" id="{98BD826C-41FB-6B6E-5789-5D3F7867265B}"/>
              </a:ext>
            </a:extLst>
          </p:cNvPr>
          <p:cNvSpPr txBox="1"/>
          <p:nvPr/>
        </p:nvSpPr>
        <p:spPr>
          <a:xfrm>
            <a:off x="10016272" y="5752383"/>
            <a:ext cx="1914702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أقيّم</a:t>
            </a:r>
            <a:endParaRPr sz="28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21" name="Google Shape;114;p2">
            <a:hlinkClick r:id="rId6" action="ppaction://hlinksldjump"/>
            <a:extLst>
              <a:ext uri="{FF2B5EF4-FFF2-40B4-BE49-F238E27FC236}">
                <a16:creationId xmlns:a16="http://schemas.microsoft.com/office/drawing/2014/main" id="{AFB44F89-F19B-C0FF-31A3-B2FFCEF68AA5}"/>
              </a:ext>
            </a:extLst>
          </p:cNvPr>
          <p:cNvSpPr/>
          <p:nvPr/>
        </p:nvSpPr>
        <p:spPr>
          <a:xfrm>
            <a:off x="9933038" y="5686474"/>
            <a:ext cx="2101336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9;p2">
            <a:extLst>
              <a:ext uri="{FF2B5EF4-FFF2-40B4-BE49-F238E27FC236}">
                <a16:creationId xmlns:a16="http://schemas.microsoft.com/office/drawing/2014/main" id="{B2AC28C9-2E81-2375-162A-3E2CFEDFAEEB}"/>
              </a:ext>
            </a:extLst>
          </p:cNvPr>
          <p:cNvSpPr txBox="1"/>
          <p:nvPr/>
        </p:nvSpPr>
        <p:spPr>
          <a:xfrm>
            <a:off x="10162108" y="1157578"/>
            <a:ext cx="1914702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مراجعة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23" name="Google Shape;109;p2">
            <a:hlinkClick r:id="rId7" action="ppaction://hlinksldjump"/>
            <a:extLst>
              <a:ext uri="{FF2B5EF4-FFF2-40B4-BE49-F238E27FC236}">
                <a16:creationId xmlns:a16="http://schemas.microsoft.com/office/drawing/2014/main" id="{C35BFA47-17C5-FDD2-8F61-C02682A391A2}"/>
              </a:ext>
            </a:extLst>
          </p:cNvPr>
          <p:cNvSpPr/>
          <p:nvPr/>
        </p:nvSpPr>
        <p:spPr>
          <a:xfrm>
            <a:off x="10090664" y="1110086"/>
            <a:ext cx="2101336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Thursday" userDrawn="1">
  <p:cSld name="CUSTOM_14_1_1_1">
    <p:bg>
      <p:bgPr>
        <a:solidFill>
          <a:schemeClr val="accent4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"/>
          <p:cNvSpPr/>
          <p:nvPr/>
        </p:nvSpPr>
        <p:spPr>
          <a:xfrm>
            <a:off x="0" y="303562"/>
            <a:ext cx="10260767" cy="6554438"/>
          </a:xfrm>
          <a:custGeom>
            <a:avLst/>
            <a:gdLst/>
            <a:ahLst/>
            <a:cxnLst/>
            <a:rect l="l" t="t" r="r" b="b"/>
            <a:pathLst>
              <a:path w="9524198" h="5977289" extrusionOk="0">
                <a:moveTo>
                  <a:pt x="8356534" y="375821"/>
                </a:moveTo>
                <a:lnTo>
                  <a:pt x="8356534" y="663821"/>
                </a:lnTo>
                <a:lnTo>
                  <a:pt x="8644534" y="663821"/>
                </a:lnTo>
                <a:lnTo>
                  <a:pt x="8644534" y="375821"/>
                </a:lnTo>
                <a:close/>
                <a:moveTo>
                  <a:pt x="7847458" y="375821"/>
                </a:moveTo>
                <a:lnTo>
                  <a:pt x="7847458" y="663821"/>
                </a:lnTo>
                <a:lnTo>
                  <a:pt x="8135458" y="663821"/>
                </a:lnTo>
                <a:lnTo>
                  <a:pt x="8135458" y="375821"/>
                </a:lnTo>
                <a:close/>
                <a:moveTo>
                  <a:pt x="7338389" y="375821"/>
                </a:moveTo>
                <a:lnTo>
                  <a:pt x="7338389" y="663821"/>
                </a:lnTo>
                <a:lnTo>
                  <a:pt x="7626389" y="663821"/>
                </a:lnTo>
                <a:lnTo>
                  <a:pt x="7626389" y="375821"/>
                </a:lnTo>
                <a:close/>
                <a:moveTo>
                  <a:pt x="6829320" y="375821"/>
                </a:moveTo>
                <a:lnTo>
                  <a:pt x="6829320" y="663821"/>
                </a:lnTo>
                <a:lnTo>
                  <a:pt x="7117320" y="663821"/>
                </a:lnTo>
                <a:lnTo>
                  <a:pt x="7117320" y="375821"/>
                </a:lnTo>
                <a:close/>
                <a:moveTo>
                  <a:pt x="6320251" y="375821"/>
                </a:moveTo>
                <a:lnTo>
                  <a:pt x="6320251" y="663821"/>
                </a:lnTo>
                <a:lnTo>
                  <a:pt x="6608251" y="663821"/>
                </a:lnTo>
                <a:lnTo>
                  <a:pt x="6608251" y="375821"/>
                </a:lnTo>
                <a:close/>
                <a:moveTo>
                  <a:pt x="5811182" y="375821"/>
                </a:moveTo>
                <a:lnTo>
                  <a:pt x="5811182" y="663821"/>
                </a:lnTo>
                <a:lnTo>
                  <a:pt x="6099182" y="663821"/>
                </a:lnTo>
                <a:lnTo>
                  <a:pt x="6099182" y="375821"/>
                </a:lnTo>
                <a:close/>
                <a:moveTo>
                  <a:pt x="5302113" y="375821"/>
                </a:moveTo>
                <a:lnTo>
                  <a:pt x="5302113" y="663821"/>
                </a:lnTo>
                <a:lnTo>
                  <a:pt x="5590113" y="663821"/>
                </a:lnTo>
                <a:lnTo>
                  <a:pt x="5590113" y="375821"/>
                </a:lnTo>
                <a:close/>
                <a:moveTo>
                  <a:pt x="4793044" y="375821"/>
                </a:moveTo>
                <a:lnTo>
                  <a:pt x="4793044" y="663821"/>
                </a:lnTo>
                <a:lnTo>
                  <a:pt x="5081044" y="663821"/>
                </a:lnTo>
                <a:lnTo>
                  <a:pt x="5081044" y="375821"/>
                </a:lnTo>
                <a:close/>
                <a:moveTo>
                  <a:pt x="4283975" y="375821"/>
                </a:moveTo>
                <a:lnTo>
                  <a:pt x="4283975" y="663821"/>
                </a:lnTo>
                <a:lnTo>
                  <a:pt x="4571975" y="663821"/>
                </a:lnTo>
                <a:lnTo>
                  <a:pt x="4571975" y="375821"/>
                </a:lnTo>
                <a:close/>
                <a:moveTo>
                  <a:pt x="3774906" y="375821"/>
                </a:moveTo>
                <a:lnTo>
                  <a:pt x="3774906" y="663821"/>
                </a:lnTo>
                <a:lnTo>
                  <a:pt x="4062906" y="663821"/>
                </a:lnTo>
                <a:lnTo>
                  <a:pt x="4062906" y="375821"/>
                </a:lnTo>
                <a:close/>
                <a:moveTo>
                  <a:pt x="3265838" y="375821"/>
                </a:moveTo>
                <a:lnTo>
                  <a:pt x="3265838" y="663821"/>
                </a:lnTo>
                <a:lnTo>
                  <a:pt x="3553838" y="663821"/>
                </a:lnTo>
                <a:lnTo>
                  <a:pt x="3553838" y="375821"/>
                </a:lnTo>
                <a:close/>
                <a:moveTo>
                  <a:pt x="2756769" y="375821"/>
                </a:moveTo>
                <a:lnTo>
                  <a:pt x="2756769" y="663821"/>
                </a:lnTo>
                <a:lnTo>
                  <a:pt x="3044769" y="663821"/>
                </a:lnTo>
                <a:lnTo>
                  <a:pt x="3044769" y="375821"/>
                </a:lnTo>
                <a:close/>
                <a:moveTo>
                  <a:pt x="2247700" y="375821"/>
                </a:moveTo>
                <a:lnTo>
                  <a:pt x="2247700" y="663821"/>
                </a:lnTo>
                <a:lnTo>
                  <a:pt x="2535700" y="663821"/>
                </a:lnTo>
                <a:lnTo>
                  <a:pt x="2535700" y="375821"/>
                </a:lnTo>
                <a:close/>
                <a:moveTo>
                  <a:pt x="1738631" y="375821"/>
                </a:moveTo>
                <a:lnTo>
                  <a:pt x="1738631" y="663821"/>
                </a:lnTo>
                <a:lnTo>
                  <a:pt x="2026631" y="663821"/>
                </a:lnTo>
                <a:lnTo>
                  <a:pt x="2026631" y="375821"/>
                </a:lnTo>
                <a:close/>
                <a:moveTo>
                  <a:pt x="1229563" y="375821"/>
                </a:moveTo>
                <a:lnTo>
                  <a:pt x="1229563" y="663821"/>
                </a:lnTo>
                <a:lnTo>
                  <a:pt x="1517563" y="663821"/>
                </a:lnTo>
                <a:lnTo>
                  <a:pt x="1517563" y="375821"/>
                </a:lnTo>
                <a:close/>
                <a:moveTo>
                  <a:pt x="720493" y="375821"/>
                </a:moveTo>
                <a:lnTo>
                  <a:pt x="720493" y="663821"/>
                </a:lnTo>
                <a:lnTo>
                  <a:pt x="1008494" y="663821"/>
                </a:lnTo>
                <a:lnTo>
                  <a:pt x="1008494" y="375821"/>
                </a:lnTo>
                <a:close/>
                <a:moveTo>
                  <a:pt x="529408" y="0"/>
                </a:moveTo>
                <a:lnTo>
                  <a:pt x="8994790" y="0"/>
                </a:lnTo>
                <a:cubicBezTo>
                  <a:pt x="9287174" y="0"/>
                  <a:pt x="9524198" y="237024"/>
                  <a:pt x="9524198" y="529408"/>
                </a:cubicBezTo>
                <a:lnTo>
                  <a:pt x="9524198" y="5447881"/>
                </a:lnTo>
                <a:cubicBezTo>
                  <a:pt x="9524198" y="5740265"/>
                  <a:pt x="9287174" y="5977289"/>
                  <a:pt x="8994790" y="5977289"/>
                </a:cubicBezTo>
                <a:lnTo>
                  <a:pt x="529408" y="5977289"/>
                </a:lnTo>
                <a:cubicBezTo>
                  <a:pt x="237024" y="5977289"/>
                  <a:pt x="0" y="5740265"/>
                  <a:pt x="0" y="5447881"/>
                </a:cubicBezTo>
                <a:lnTo>
                  <a:pt x="0" y="529408"/>
                </a:lnTo>
                <a:cubicBezTo>
                  <a:pt x="0" y="237024"/>
                  <a:pt x="237024" y="0"/>
                  <a:pt x="5294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0" name="Google Shape;450;p6"/>
          <p:cNvGrpSpPr/>
          <p:nvPr/>
        </p:nvGrpSpPr>
        <p:grpSpPr>
          <a:xfrm>
            <a:off x="9177392" y="948490"/>
            <a:ext cx="2819309" cy="1100066"/>
            <a:chOff x="9064675" y="1143525"/>
            <a:chExt cx="2616925" cy="1003200"/>
          </a:xfrm>
        </p:grpSpPr>
        <p:sp>
          <p:nvSpPr>
            <p:cNvPr id="451" name="Google Shape;451;p6"/>
            <p:cNvSpPr/>
            <p:nvPr/>
          </p:nvSpPr>
          <p:spPr>
            <a:xfrm>
              <a:off x="9064675" y="1327575"/>
              <a:ext cx="731700" cy="63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52" name="Google Shape;452;p6"/>
            <p:cNvSpPr/>
            <p:nvPr/>
          </p:nvSpPr>
          <p:spPr>
            <a:xfrm rot="-5400000">
              <a:off x="10223450" y="6885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9064675" y="13275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464" name="Google Shape;464;p6"/>
          <p:cNvGrpSpPr/>
          <p:nvPr/>
        </p:nvGrpSpPr>
        <p:grpSpPr>
          <a:xfrm>
            <a:off x="9042806" y="1846735"/>
            <a:ext cx="2903718" cy="1100066"/>
            <a:chOff x="8939750" y="1962675"/>
            <a:chExt cx="2695275" cy="1003200"/>
          </a:xfrm>
        </p:grpSpPr>
        <p:sp>
          <p:nvSpPr>
            <p:cNvPr id="465" name="Google Shape;465;p6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66" name="Google Shape;466;p6"/>
            <p:cNvSpPr/>
            <p:nvPr/>
          </p:nvSpPr>
          <p:spPr>
            <a:xfrm rot="-5400000">
              <a:off x="10068575" y="15077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67" name="Google Shape;467;p6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68" name="Google Shape;468;p6"/>
            <p:cNvSpPr txBox="1"/>
            <p:nvPr/>
          </p:nvSpPr>
          <p:spPr>
            <a:xfrm>
              <a:off x="9865325" y="22641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TUESDAY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70" name="Google Shape;470;p6"/>
            <p:cNvSpPr/>
            <p:nvPr/>
          </p:nvSpPr>
          <p:spPr>
            <a:xfrm rot="-5400000">
              <a:off x="10068575" y="15077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455" name="Google Shape;455;p6"/>
          <p:cNvGrpSpPr/>
          <p:nvPr/>
        </p:nvGrpSpPr>
        <p:grpSpPr>
          <a:xfrm>
            <a:off x="9177392" y="2789719"/>
            <a:ext cx="2923482" cy="1100066"/>
            <a:chOff x="9064675" y="2822625"/>
            <a:chExt cx="2713620" cy="1003200"/>
          </a:xfrm>
        </p:grpSpPr>
        <p:sp>
          <p:nvSpPr>
            <p:cNvPr id="456" name="Google Shape;456;p6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57" name="Google Shape;457;p6"/>
            <p:cNvSpPr/>
            <p:nvPr/>
          </p:nvSpPr>
          <p:spPr>
            <a:xfrm rot="-5400000">
              <a:off x="10223450" y="23676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59" name="Google Shape;459;p6"/>
            <p:cNvSpPr txBox="1"/>
            <p:nvPr/>
          </p:nvSpPr>
          <p:spPr>
            <a:xfrm>
              <a:off x="10008595" y="3124137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WEDNESDAY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61" name="Google Shape;461;p6"/>
            <p:cNvSpPr/>
            <p:nvPr/>
          </p:nvSpPr>
          <p:spPr>
            <a:xfrm rot="-5400000">
              <a:off x="10223450" y="23676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sp>
        <p:nvSpPr>
          <p:cNvPr id="474" name="Google Shape;474;p6"/>
          <p:cNvSpPr/>
          <p:nvPr/>
        </p:nvSpPr>
        <p:spPr>
          <a:xfrm>
            <a:off x="265448" y="303550"/>
            <a:ext cx="9818200" cy="6554340"/>
          </a:xfrm>
          <a:prstGeom prst="roundRect">
            <a:avLst>
              <a:gd name="adj" fmla="val 8857"/>
            </a:avLst>
          </a:prstGeom>
          <a:solidFill>
            <a:srgbClr val="000000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5" name="Google Shape;475;p6"/>
          <p:cNvGrpSpPr/>
          <p:nvPr/>
        </p:nvGrpSpPr>
        <p:grpSpPr>
          <a:xfrm>
            <a:off x="9042806" y="5529192"/>
            <a:ext cx="2821625" cy="1100066"/>
            <a:chOff x="8939750" y="5320875"/>
            <a:chExt cx="2619075" cy="1003200"/>
          </a:xfrm>
        </p:grpSpPr>
        <p:sp>
          <p:nvSpPr>
            <p:cNvPr id="476" name="Google Shape;476;p6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77" name="Google Shape;477;p6"/>
            <p:cNvSpPr/>
            <p:nvPr/>
          </p:nvSpPr>
          <p:spPr>
            <a:xfrm rot="-5400000">
              <a:off x="10068575" y="48659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79" name="Google Shape;479;p6"/>
            <p:cNvSpPr txBox="1"/>
            <p:nvPr/>
          </p:nvSpPr>
          <p:spPr>
            <a:xfrm>
              <a:off x="9789125" y="56223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INFO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81" name="Google Shape;481;p6"/>
            <p:cNvSpPr/>
            <p:nvPr/>
          </p:nvSpPr>
          <p:spPr>
            <a:xfrm rot="-5400000">
              <a:off x="10068575" y="48659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484" name="Google Shape;484;p6"/>
          <p:cNvGrpSpPr/>
          <p:nvPr/>
        </p:nvGrpSpPr>
        <p:grpSpPr>
          <a:xfrm>
            <a:off x="9177392" y="4630948"/>
            <a:ext cx="2841397" cy="1100066"/>
            <a:chOff x="9064675" y="4501725"/>
            <a:chExt cx="2637427" cy="1003200"/>
          </a:xfrm>
        </p:grpSpPr>
        <p:sp>
          <p:nvSpPr>
            <p:cNvPr id="485" name="Google Shape;485;p6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86" name="Google Shape;486;p6"/>
            <p:cNvSpPr/>
            <p:nvPr/>
          </p:nvSpPr>
          <p:spPr>
            <a:xfrm rot="-5400000">
              <a:off x="10223450" y="40467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88" name="Google Shape;488;p6"/>
            <p:cNvSpPr txBox="1"/>
            <p:nvPr/>
          </p:nvSpPr>
          <p:spPr>
            <a:xfrm>
              <a:off x="9932402" y="480322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FRIDAY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90" name="Google Shape;490;p6"/>
            <p:cNvSpPr/>
            <p:nvPr/>
          </p:nvSpPr>
          <p:spPr>
            <a:xfrm rot="-5400000">
              <a:off x="10223450" y="40467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sp>
        <p:nvSpPr>
          <p:cNvPr id="493" name="Google Shape;493;p6"/>
          <p:cNvSpPr/>
          <p:nvPr/>
        </p:nvSpPr>
        <p:spPr>
          <a:xfrm>
            <a:off x="332250" y="548194"/>
            <a:ext cx="9574643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6"/>
          <p:cNvSpPr/>
          <p:nvPr/>
        </p:nvSpPr>
        <p:spPr>
          <a:xfrm>
            <a:off x="300717" y="502819"/>
            <a:ext cx="9574643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6"/>
          <p:cNvSpPr/>
          <p:nvPr/>
        </p:nvSpPr>
        <p:spPr>
          <a:xfrm>
            <a:off x="236564" y="563688"/>
            <a:ext cx="9574643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6"/>
          <p:cNvSpPr/>
          <p:nvPr/>
        </p:nvSpPr>
        <p:spPr>
          <a:xfrm>
            <a:off x="237652" y="505032"/>
            <a:ext cx="9574643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8" name="Google Shape;498;p6"/>
          <p:cNvGrpSpPr/>
          <p:nvPr/>
        </p:nvGrpSpPr>
        <p:grpSpPr>
          <a:xfrm>
            <a:off x="840385" y="0"/>
            <a:ext cx="8422018" cy="1030311"/>
            <a:chOff x="1371600" y="234214"/>
            <a:chExt cx="7736979" cy="822900"/>
          </a:xfrm>
        </p:grpSpPr>
        <p:sp>
          <p:nvSpPr>
            <p:cNvPr id="499" name="Google Shape;499;p6"/>
            <p:cNvSpPr/>
            <p:nvPr/>
          </p:nvSpPr>
          <p:spPr>
            <a:xfrm>
              <a:off x="137160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187649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238139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288629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339119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3896095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4400994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4905893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5410792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5915691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642059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692548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743038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793528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844018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894507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6" name="Google Shape;516;p6"/>
          <p:cNvSpPr/>
          <p:nvPr/>
        </p:nvSpPr>
        <p:spPr>
          <a:xfrm>
            <a:off x="9579550" y="3952136"/>
            <a:ext cx="788287" cy="69642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517" name="Google Shape;517;p6"/>
          <p:cNvSpPr/>
          <p:nvPr/>
        </p:nvSpPr>
        <p:spPr>
          <a:xfrm rot="16200000">
            <a:off x="10249290" y="3207470"/>
            <a:ext cx="1100066" cy="2061053"/>
          </a:xfrm>
          <a:prstGeom prst="trapezoid">
            <a:avLst>
              <a:gd name="adj" fmla="val 19525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519" name="Google Shape;519;p6"/>
          <p:cNvSpPr txBox="1"/>
          <p:nvPr/>
        </p:nvSpPr>
        <p:spPr>
          <a:xfrm>
            <a:off x="10122055" y="4018575"/>
            <a:ext cx="1906563" cy="438842"/>
          </a:xfrm>
          <a:prstGeom prst="rect">
            <a:avLst/>
          </a:prstGeom>
          <a:noFill/>
          <a:ln>
            <a:noFill/>
          </a:ln>
          <a:effectLst>
            <a:outerShdw dist="38100" dir="396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rPr>
              <a:t>THURSDAY</a:t>
            </a:r>
            <a:endParaRPr sz="230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521" name="Google Shape;521;p6"/>
          <p:cNvSpPr/>
          <p:nvPr/>
        </p:nvSpPr>
        <p:spPr>
          <a:xfrm rot="16200000">
            <a:off x="10249290" y="3207470"/>
            <a:ext cx="1100066" cy="2061053"/>
          </a:xfrm>
          <a:prstGeom prst="trapezoid">
            <a:avLst>
              <a:gd name="adj" fmla="val 19525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2" name="Google Shape;55;p2">
            <a:extLst>
              <a:ext uri="{FF2B5EF4-FFF2-40B4-BE49-F238E27FC236}">
                <a16:creationId xmlns:a16="http://schemas.microsoft.com/office/drawing/2014/main" id="{E59BBAAA-5C47-BFFB-2B31-F0D45ABAC9A1}"/>
              </a:ext>
            </a:extLst>
          </p:cNvPr>
          <p:cNvSpPr txBox="1"/>
          <p:nvPr/>
        </p:nvSpPr>
        <p:spPr>
          <a:xfrm>
            <a:off x="10109030" y="1937762"/>
            <a:ext cx="1906563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u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وضعية استكشافية</a:t>
            </a:r>
            <a:endParaRPr sz="2400" b="1" u="none" dirty="0">
              <a:solidFill>
                <a:schemeClr val="dk2"/>
              </a:solidFill>
              <a:effectLst/>
              <a:latin typeface="Kufyan Arabic Black" panose="02000500000000000000" pitchFamily="2" charset="-78"/>
              <a:ea typeface="Ranchers"/>
              <a:cs typeface="Kufyan Arabic Black" panose="02000500000000000000" pitchFamily="2" charset="-78"/>
              <a:sym typeface="Ranchers"/>
            </a:endParaRPr>
          </a:p>
        </p:txBody>
      </p:sp>
      <p:sp>
        <p:nvSpPr>
          <p:cNvPr id="13" name="Google Shape;110;p2">
            <a:hlinkClick r:id="rId2" action="ppaction://hlinksldjump"/>
            <a:extLst>
              <a:ext uri="{FF2B5EF4-FFF2-40B4-BE49-F238E27FC236}">
                <a16:creationId xmlns:a16="http://schemas.microsoft.com/office/drawing/2014/main" id="{2CC90137-754B-F94E-295F-F88D7D2F52BC}"/>
              </a:ext>
            </a:extLst>
          </p:cNvPr>
          <p:cNvSpPr/>
          <p:nvPr/>
        </p:nvSpPr>
        <p:spPr>
          <a:xfrm>
            <a:off x="10099597" y="1973924"/>
            <a:ext cx="2092403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6;p2">
            <a:extLst>
              <a:ext uri="{FF2B5EF4-FFF2-40B4-BE49-F238E27FC236}">
                <a16:creationId xmlns:a16="http://schemas.microsoft.com/office/drawing/2014/main" id="{0DF39294-456E-A383-72BD-497871C16085}"/>
              </a:ext>
            </a:extLst>
          </p:cNvPr>
          <p:cNvSpPr txBox="1"/>
          <p:nvPr/>
        </p:nvSpPr>
        <p:spPr>
          <a:xfrm>
            <a:off x="10031828" y="3081595"/>
            <a:ext cx="1906563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أجرّب و أتثبت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5" name="Google Shape;111;p2">
            <a:hlinkClick r:id="rId3" action="ppaction://hlinksldjump"/>
            <a:extLst>
              <a:ext uri="{FF2B5EF4-FFF2-40B4-BE49-F238E27FC236}">
                <a16:creationId xmlns:a16="http://schemas.microsoft.com/office/drawing/2014/main" id="{4BAF1F06-F173-9833-DD34-128FCA401B67}"/>
              </a:ext>
            </a:extLst>
          </p:cNvPr>
          <p:cNvSpPr/>
          <p:nvPr/>
        </p:nvSpPr>
        <p:spPr>
          <a:xfrm>
            <a:off x="10076655" y="2909287"/>
            <a:ext cx="2092403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64;p2">
            <a:extLst>
              <a:ext uri="{FF2B5EF4-FFF2-40B4-BE49-F238E27FC236}">
                <a16:creationId xmlns:a16="http://schemas.microsoft.com/office/drawing/2014/main" id="{1563812A-783B-6C3F-8E62-E4C0C5C53E8F}"/>
              </a:ext>
            </a:extLst>
          </p:cNvPr>
          <p:cNvSpPr txBox="1"/>
          <p:nvPr/>
        </p:nvSpPr>
        <p:spPr>
          <a:xfrm>
            <a:off x="10047770" y="3967997"/>
            <a:ext cx="1906563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800" i="0" u="none" strike="noStrike" cap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أستنتج</a:t>
            </a:r>
            <a:endParaRPr sz="2800" dirty="0">
              <a:solidFill>
                <a:schemeClr val="dk2"/>
              </a:solidFill>
              <a:effectLst/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7" name="Google Shape;112;p2">
            <a:hlinkClick r:id="rId4" action="ppaction://hlinksldjump"/>
            <a:extLst>
              <a:ext uri="{FF2B5EF4-FFF2-40B4-BE49-F238E27FC236}">
                <a16:creationId xmlns:a16="http://schemas.microsoft.com/office/drawing/2014/main" id="{2EE720F2-F40F-AA28-6B0E-952637B64510}"/>
              </a:ext>
            </a:extLst>
          </p:cNvPr>
          <p:cNvSpPr/>
          <p:nvPr/>
        </p:nvSpPr>
        <p:spPr>
          <a:xfrm>
            <a:off x="9880774" y="3829847"/>
            <a:ext cx="2092403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37;p2">
            <a:extLst>
              <a:ext uri="{FF2B5EF4-FFF2-40B4-BE49-F238E27FC236}">
                <a16:creationId xmlns:a16="http://schemas.microsoft.com/office/drawing/2014/main" id="{504BAD4A-F11F-EF55-1B5F-71BC8482EAEA}"/>
              </a:ext>
            </a:extLst>
          </p:cNvPr>
          <p:cNvSpPr txBox="1"/>
          <p:nvPr/>
        </p:nvSpPr>
        <p:spPr>
          <a:xfrm>
            <a:off x="10118917" y="4887675"/>
            <a:ext cx="1906563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أطبّق</a:t>
            </a:r>
            <a:endParaRPr sz="24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9" name="Google Shape;113;p2">
            <a:hlinkClick r:id="rId5" action="ppaction://hlinksldjump"/>
            <a:extLst>
              <a:ext uri="{FF2B5EF4-FFF2-40B4-BE49-F238E27FC236}">
                <a16:creationId xmlns:a16="http://schemas.microsoft.com/office/drawing/2014/main" id="{0DAC5B12-4686-256A-D238-A45ED8582E4C}"/>
              </a:ext>
            </a:extLst>
          </p:cNvPr>
          <p:cNvSpPr/>
          <p:nvPr/>
        </p:nvSpPr>
        <p:spPr>
          <a:xfrm>
            <a:off x="10025990" y="4771278"/>
            <a:ext cx="2092403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8;p2">
            <a:extLst>
              <a:ext uri="{FF2B5EF4-FFF2-40B4-BE49-F238E27FC236}">
                <a16:creationId xmlns:a16="http://schemas.microsoft.com/office/drawing/2014/main" id="{3397437A-9809-1CD8-A4BA-BCFB1BADFCB6}"/>
              </a:ext>
            </a:extLst>
          </p:cNvPr>
          <p:cNvSpPr txBox="1"/>
          <p:nvPr/>
        </p:nvSpPr>
        <p:spPr>
          <a:xfrm>
            <a:off x="9973694" y="5752383"/>
            <a:ext cx="1906563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أقيّم</a:t>
            </a:r>
            <a:endParaRPr sz="28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21" name="Google Shape;114;p2">
            <a:hlinkClick r:id="rId6" action="ppaction://hlinksldjump"/>
            <a:extLst>
              <a:ext uri="{FF2B5EF4-FFF2-40B4-BE49-F238E27FC236}">
                <a16:creationId xmlns:a16="http://schemas.microsoft.com/office/drawing/2014/main" id="{04DE77E6-413A-8D67-5755-99EDF82C7E4D}"/>
              </a:ext>
            </a:extLst>
          </p:cNvPr>
          <p:cNvSpPr/>
          <p:nvPr/>
        </p:nvSpPr>
        <p:spPr>
          <a:xfrm>
            <a:off x="9938425" y="5678982"/>
            <a:ext cx="2092403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9;p2">
            <a:extLst>
              <a:ext uri="{FF2B5EF4-FFF2-40B4-BE49-F238E27FC236}">
                <a16:creationId xmlns:a16="http://schemas.microsoft.com/office/drawing/2014/main" id="{F29BB977-E69A-5A65-B869-8224E12276C6}"/>
              </a:ext>
            </a:extLst>
          </p:cNvPr>
          <p:cNvSpPr txBox="1"/>
          <p:nvPr/>
        </p:nvSpPr>
        <p:spPr>
          <a:xfrm>
            <a:off x="10118910" y="1157578"/>
            <a:ext cx="1906563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مراجعة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23" name="Google Shape;109;p2">
            <a:hlinkClick r:id="rId7" action="ppaction://hlinksldjump"/>
            <a:extLst>
              <a:ext uri="{FF2B5EF4-FFF2-40B4-BE49-F238E27FC236}">
                <a16:creationId xmlns:a16="http://schemas.microsoft.com/office/drawing/2014/main" id="{0BCC30A0-AC75-1E28-B8FB-56792EDDE571}"/>
              </a:ext>
            </a:extLst>
          </p:cNvPr>
          <p:cNvSpPr/>
          <p:nvPr/>
        </p:nvSpPr>
        <p:spPr>
          <a:xfrm>
            <a:off x="10025990" y="1096559"/>
            <a:ext cx="2092403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Friday" userDrawn="1">
  <p:cSld name="CUSTOM_14_1_1_1_1">
    <p:bg>
      <p:bgPr>
        <a:solidFill>
          <a:schemeClr val="accent5"/>
        </a:solidFill>
        <a:effectLst/>
      </p:bgPr>
    </p:bg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"/>
          <p:cNvSpPr/>
          <p:nvPr/>
        </p:nvSpPr>
        <p:spPr>
          <a:xfrm>
            <a:off x="0" y="303562"/>
            <a:ext cx="10263022" cy="6554438"/>
          </a:xfrm>
          <a:custGeom>
            <a:avLst/>
            <a:gdLst/>
            <a:ahLst/>
            <a:cxnLst/>
            <a:rect l="l" t="t" r="r" b="b"/>
            <a:pathLst>
              <a:path w="9524198" h="5977289" extrusionOk="0">
                <a:moveTo>
                  <a:pt x="8356534" y="375821"/>
                </a:moveTo>
                <a:lnTo>
                  <a:pt x="8356534" y="663821"/>
                </a:lnTo>
                <a:lnTo>
                  <a:pt x="8644534" y="663821"/>
                </a:lnTo>
                <a:lnTo>
                  <a:pt x="8644534" y="375821"/>
                </a:lnTo>
                <a:close/>
                <a:moveTo>
                  <a:pt x="7847458" y="375821"/>
                </a:moveTo>
                <a:lnTo>
                  <a:pt x="7847458" y="663821"/>
                </a:lnTo>
                <a:lnTo>
                  <a:pt x="8135458" y="663821"/>
                </a:lnTo>
                <a:lnTo>
                  <a:pt x="8135458" y="375821"/>
                </a:lnTo>
                <a:close/>
                <a:moveTo>
                  <a:pt x="7338389" y="375821"/>
                </a:moveTo>
                <a:lnTo>
                  <a:pt x="7338389" y="663821"/>
                </a:lnTo>
                <a:lnTo>
                  <a:pt x="7626389" y="663821"/>
                </a:lnTo>
                <a:lnTo>
                  <a:pt x="7626389" y="375821"/>
                </a:lnTo>
                <a:close/>
                <a:moveTo>
                  <a:pt x="6829320" y="375821"/>
                </a:moveTo>
                <a:lnTo>
                  <a:pt x="6829320" y="663821"/>
                </a:lnTo>
                <a:lnTo>
                  <a:pt x="7117320" y="663821"/>
                </a:lnTo>
                <a:lnTo>
                  <a:pt x="7117320" y="375821"/>
                </a:lnTo>
                <a:close/>
                <a:moveTo>
                  <a:pt x="6320251" y="375821"/>
                </a:moveTo>
                <a:lnTo>
                  <a:pt x="6320251" y="663821"/>
                </a:lnTo>
                <a:lnTo>
                  <a:pt x="6608251" y="663821"/>
                </a:lnTo>
                <a:lnTo>
                  <a:pt x="6608251" y="375821"/>
                </a:lnTo>
                <a:close/>
                <a:moveTo>
                  <a:pt x="5811182" y="375821"/>
                </a:moveTo>
                <a:lnTo>
                  <a:pt x="5811182" y="663821"/>
                </a:lnTo>
                <a:lnTo>
                  <a:pt x="6099182" y="663821"/>
                </a:lnTo>
                <a:lnTo>
                  <a:pt x="6099182" y="375821"/>
                </a:lnTo>
                <a:close/>
                <a:moveTo>
                  <a:pt x="5302113" y="375821"/>
                </a:moveTo>
                <a:lnTo>
                  <a:pt x="5302113" y="663821"/>
                </a:lnTo>
                <a:lnTo>
                  <a:pt x="5590113" y="663821"/>
                </a:lnTo>
                <a:lnTo>
                  <a:pt x="5590113" y="375821"/>
                </a:lnTo>
                <a:close/>
                <a:moveTo>
                  <a:pt x="4793044" y="375821"/>
                </a:moveTo>
                <a:lnTo>
                  <a:pt x="4793044" y="663821"/>
                </a:lnTo>
                <a:lnTo>
                  <a:pt x="5081044" y="663821"/>
                </a:lnTo>
                <a:lnTo>
                  <a:pt x="5081044" y="375821"/>
                </a:lnTo>
                <a:close/>
                <a:moveTo>
                  <a:pt x="4283975" y="375821"/>
                </a:moveTo>
                <a:lnTo>
                  <a:pt x="4283975" y="663821"/>
                </a:lnTo>
                <a:lnTo>
                  <a:pt x="4571975" y="663821"/>
                </a:lnTo>
                <a:lnTo>
                  <a:pt x="4571975" y="375821"/>
                </a:lnTo>
                <a:close/>
                <a:moveTo>
                  <a:pt x="3774906" y="375821"/>
                </a:moveTo>
                <a:lnTo>
                  <a:pt x="3774906" y="663821"/>
                </a:lnTo>
                <a:lnTo>
                  <a:pt x="4062906" y="663821"/>
                </a:lnTo>
                <a:lnTo>
                  <a:pt x="4062906" y="375821"/>
                </a:lnTo>
                <a:close/>
                <a:moveTo>
                  <a:pt x="3265838" y="375821"/>
                </a:moveTo>
                <a:lnTo>
                  <a:pt x="3265838" y="663821"/>
                </a:lnTo>
                <a:lnTo>
                  <a:pt x="3553838" y="663821"/>
                </a:lnTo>
                <a:lnTo>
                  <a:pt x="3553838" y="375821"/>
                </a:lnTo>
                <a:close/>
                <a:moveTo>
                  <a:pt x="2756769" y="375821"/>
                </a:moveTo>
                <a:lnTo>
                  <a:pt x="2756769" y="663821"/>
                </a:lnTo>
                <a:lnTo>
                  <a:pt x="3044769" y="663821"/>
                </a:lnTo>
                <a:lnTo>
                  <a:pt x="3044769" y="375821"/>
                </a:lnTo>
                <a:close/>
                <a:moveTo>
                  <a:pt x="2247700" y="375821"/>
                </a:moveTo>
                <a:lnTo>
                  <a:pt x="2247700" y="663821"/>
                </a:lnTo>
                <a:lnTo>
                  <a:pt x="2535700" y="663821"/>
                </a:lnTo>
                <a:lnTo>
                  <a:pt x="2535700" y="375821"/>
                </a:lnTo>
                <a:close/>
                <a:moveTo>
                  <a:pt x="1738631" y="375821"/>
                </a:moveTo>
                <a:lnTo>
                  <a:pt x="1738631" y="663821"/>
                </a:lnTo>
                <a:lnTo>
                  <a:pt x="2026631" y="663821"/>
                </a:lnTo>
                <a:lnTo>
                  <a:pt x="2026631" y="375821"/>
                </a:lnTo>
                <a:close/>
                <a:moveTo>
                  <a:pt x="1229563" y="375821"/>
                </a:moveTo>
                <a:lnTo>
                  <a:pt x="1229563" y="663821"/>
                </a:lnTo>
                <a:lnTo>
                  <a:pt x="1517563" y="663821"/>
                </a:lnTo>
                <a:lnTo>
                  <a:pt x="1517563" y="375821"/>
                </a:lnTo>
                <a:close/>
                <a:moveTo>
                  <a:pt x="720493" y="375821"/>
                </a:moveTo>
                <a:lnTo>
                  <a:pt x="720493" y="663821"/>
                </a:lnTo>
                <a:lnTo>
                  <a:pt x="1008494" y="663821"/>
                </a:lnTo>
                <a:lnTo>
                  <a:pt x="1008494" y="375821"/>
                </a:lnTo>
                <a:close/>
                <a:moveTo>
                  <a:pt x="529408" y="0"/>
                </a:moveTo>
                <a:lnTo>
                  <a:pt x="8994790" y="0"/>
                </a:lnTo>
                <a:cubicBezTo>
                  <a:pt x="9287174" y="0"/>
                  <a:pt x="9524198" y="237024"/>
                  <a:pt x="9524198" y="529408"/>
                </a:cubicBezTo>
                <a:lnTo>
                  <a:pt x="9524198" y="5447881"/>
                </a:lnTo>
                <a:cubicBezTo>
                  <a:pt x="9524198" y="5740265"/>
                  <a:pt x="9287174" y="5977289"/>
                  <a:pt x="8994790" y="5977289"/>
                </a:cubicBezTo>
                <a:lnTo>
                  <a:pt x="529408" y="5977289"/>
                </a:lnTo>
                <a:cubicBezTo>
                  <a:pt x="237024" y="5977289"/>
                  <a:pt x="0" y="5740265"/>
                  <a:pt x="0" y="5447881"/>
                </a:cubicBezTo>
                <a:lnTo>
                  <a:pt x="0" y="529408"/>
                </a:lnTo>
                <a:cubicBezTo>
                  <a:pt x="0" y="237024"/>
                  <a:pt x="237024" y="0"/>
                  <a:pt x="5294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8" name="Google Shape;558;p7"/>
          <p:cNvGrpSpPr/>
          <p:nvPr/>
        </p:nvGrpSpPr>
        <p:grpSpPr>
          <a:xfrm>
            <a:off x="9179409" y="948490"/>
            <a:ext cx="2819929" cy="1100066"/>
            <a:chOff x="9064675" y="1143525"/>
            <a:chExt cx="2616925" cy="1003200"/>
          </a:xfrm>
        </p:grpSpPr>
        <p:sp>
          <p:nvSpPr>
            <p:cNvPr id="559" name="Google Shape;559;p7"/>
            <p:cNvSpPr/>
            <p:nvPr/>
          </p:nvSpPr>
          <p:spPr>
            <a:xfrm>
              <a:off x="9064675" y="1327575"/>
              <a:ext cx="731700" cy="63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60" name="Google Shape;560;p7"/>
            <p:cNvSpPr/>
            <p:nvPr/>
          </p:nvSpPr>
          <p:spPr>
            <a:xfrm rot="-5400000">
              <a:off x="10223450" y="6885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9064675" y="13275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572" name="Google Shape;572;p7"/>
          <p:cNvGrpSpPr/>
          <p:nvPr/>
        </p:nvGrpSpPr>
        <p:grpSpPr>
          <a:xfrm>
            <a:off x="9044793" y="1846735"/>
            <a:ext cx="2904357" cy="1100066"/>
            <a:chOff x="8939750" y="1962675"/>
            <a:chExt cx="2695275" cy="1003200"/>
          </a:xfrm>
        </p:grpSpPr>
        <p:sp>
          <p:nvSpPr>
            <p:cNvPr id="573" name="Google Shape;573;p7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74" name="Google Shape;574;p7"/>
            <p:cNvSpPr/>
            <p:nvPr/>
          </p:nvSpPr>
          <p:spPr>
            <a:xfrm rot="-5400000">
              <a:off x="10068575" y="15077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76" name="Google Shape;576;p7"/>
            <p:cNvSpPr txBox="1"/>
            <p:nvPr/>
          </p:nvSpPr>
          <p:spPr>
            <a:xfrm>
              <a:off x="9865325" y="22641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TUESDAY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78" name="Google Shape;578;p7"/>
            <p:cNvSpPr/>
            <p:nvPr/>
          </p:nvSpPr>
          <p:spPr>
            <a:xfrm rot="-5400000">
              <a:off x="10068575" y="15077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563" name="Google Shape;563;p7"/>
          <p:cNvGrpSpPr/>
          <p:nvPr/>
        </p:nvGrpSpPr>
        <p:grpSpPr>
          <a:xfrm>
            <a:off x="9179409" y="2789719"/>
            <a:ext cx="2924125" cy="1100066"/>
            <a:chOff x="9064675" y="2822625"/>
            <a:chExt cx="2713620" cy="1003200"/>
          </a:xfrm>
        </p:grpSpPr>
        <p:sp>
          <p:nvSpPr>
            <p:cNvPr id="564" name="Google Shape;564;p7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65" name="Google Shape;565;p7"/>
            <p:cNvSpPr/>
            <p:nvPr/>
          </p:nvSpPr>
          <p:spPr>
            <a:xfrm rot="-5400000">
              <a:off x="10223450" y="23676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67" name="Google Shape;567;p7"/>
            <p:cNvSpPr txBox="1"/>
            <p:nvPr/>
          </p:nvSpPr>
          <p:spPr>
            <a:xfrm>
              <a:off x="10008595" y="3124137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WEDNESDAY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69" name="Google Shape;569;p7"/>
            <p:cNvSpPr/>
            <p:nvPr/>
          </p:nvSpPr>
          <p:spPr>
            <a:xfrm rot="-5400000">
              <a:off x="10223450" y="23676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581" name="Google Shape;581;p7"/>
          <p:cNvGrpSpPr/>
          <p:nvPr/>
        </p:nvGrpSpPr>
        <p:grpSpPr>
          <a:xfrm>
            <a:off x="9044793" y="3687963"/>
            <a:ext cx="2986468" cy="1100066"/>
            <a:chOff x="8939750" y="3641775"/>
            <a:chExt cx="2771475" cy="1003200"/>
          </a:xfrm>
        </p:grpSpPr>
        <p:sp>
          <p:nvSpPr>
            <p:cNvPr id="582" name="Google Shape;582;p7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83" name="Google Shape;583;p7"/>
            <p:cNvSpPr/>
            <p:nvPr/>
          </p:nvSpPr>
          <p:spPr>
            <a:xfrm rot="-5400000">
              <a:off x="10068575" y="31868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85" name="Google Shape;585;p7"/>
            <p:cNvSpPr txBox="1"/>
            <p:nvPr/>
          </p:nvSpPr>
          <p:spPr>
            <a:xfrm>
              <a:off x="9941525" y="39432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THURSDAY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87" name="Google Shape;587;p7"/>
            <p:cNvSpPr/>
            <p:nvPr/>
          </p:nvSpPr>
          <p:spPr>
            <a:xfrm rot="-5400000">
              <a:off x="10068575" y="31868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sp>
        <p:nvSpPr>
          <p:cNvPr id="591" name="Google Shape;591;p7"/>
          <p:cNvSpPr/>
          <p:nvPr/>
        </p:nvSpPr>
        <p:spPr>
          <a:xfrm>
            <a:off x="265507" y="303550"/>
            <a:ext cx="9820357" cy="6554340"/>
          </a:xfrm>
          <a:prstGeom prst="roundRect">
            <a:avLst>
              <a:gd name="adj" fmla="val 8857"/>
            </a:avLst>
          </a:prstGeom>
          <a:solidFill>
            <a:srgbClr val="000000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2" name="Google Shape;592;p7"/>
          <p:cNvGrpSpPr/>
          <p:nvPr/>
        </p:nvGrpSpPr>
        <p:grpSpPr>
          <a:xfrm>
            <a:off x="9044793" y="5529192"/>
            <a:ext cx="2822245" cy="1100066"/>
            <a:chOff x="8939750" y="5320875"/>
            <a:chExt cx="2619075" cy="1003200"/>
          </a:xfrm>
        </p:grpSpPr>
        <p:sp>
          <p:nvSpPr>
            <p:cNvPr id="593" name="Google Shape;593;p7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94" name="Google Shape;594;p7"/>
            <p:cNvSpPr/>
            <p:nvPr/>
          </p:nvSpPr>
          <p:spPr>
            <a:xfrm rot="-5400000">
              <a:off x="10068575" y="48659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96" name="Google Shape;596;p7"/>
            <p:cNvSpPr txBox="1"/>
            <p:nvPr/>
          </p:nvSpPr>
          <p:spPr>
            <a:xfrm>
              <a:off x="9789125" y="56223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INFO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98" name="Google Shape;598;p7"/>
            <p:cNvSpPr/>
            <p:nvPr/>
          </p:nvSpPr>
          <p:spPr>
            <a:xfrm rot="-5400000">
              <a:off x="10068575" y="48659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8939750" y="55049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sp>
        <p:nvSpPr>
          <p:cNvPr id="601" name="Google Shape;601;p7"/>
          <p:cNvSpPr/>
          <p:nvPr/>
        </p:nvSpPr>
        <p:spPr>
          <a:xfrm>
            <a:off x="332323" y="548194"/>
            <a:ext cx="9576747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7"/>
          <p:cNvSpPr/>
          <p:nvPr/>
        </p:nvSpPr>
        <p:spPr>
          <a:xfrm>
            <a:off x="300783" y="502819"/>
            <a:ext cx="9576747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7"/>
          <p:cNvSpPr/>
          <p:nvPr/>
        </p:nvSpPr>
        <p:spPr>
          <a:xfrm>
            <a:off x="236616" y="563688"/>
            <a:ext cx="9576747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7"/>
          <p:cNvSpPr/>
          <p:nvPr/>
        </p:nvSpPr>
        <p:spPr>
          <a:xfrm>
            <a:off x="237704" y="505032"/>
            <a:ext cx="9576747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6" name="Google Shape;606;p7"/>
          <p:cNvGrpSpPr/>
          <p:nvPr/>
        </p:nvGrpSpPr>
        <p:grpSpPr>
          <a:xfrm>
            <a:off x="840570" y="0"/>
            <a:ext cx="8423868" cy="1030311"/>
            <a:chOff x="1371600" y="234214"/>
            <a:chExt cx="7736979" cy="822900"/>
          </a:xfrm>
        </p:grpSpPr>
        <p:sp>
          <p:nvSpPr>
            <p:cNvPr id="607" name="Google Shape;607;p7"/>
            <p:cNvSpPr/>
            <p:nvPr/>
          </p:nvSpPr>
          <p:spPr>
            <a:xfrm>
              <a:off x="137160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187649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238139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288629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339119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3896095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4400994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4905893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410792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915691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642059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692548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743038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793528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844018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894507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4" name="Google Shape;624;p7"/>
          <p:cNvSpPr/>
          <p:nvPr/>
        </p:nvSpPr>
        <p:spPr>
          <a:xfrm>
            <a:off x="9751052" y="4885461"/>
            <a:ext cx="788460" cy="6964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625" name="Google Shape;625;p7"/>
          <p:cNvSpPr/>
          <p:nvPr/>
        </p:nvSpPr>
        <p:spPr>
          <a:xfrm rot="16200000">
            <a:off x="10418552" y="4150228"/>
            <a:ext cx="1100066" cy="2061506"/>
          </a:xfrm>
          <a:prstGeom prst="trapezoid">
            <a:avLst>
              <a:gd name="adj" fmla="val 19525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627" name="Google Shape;627;p7"/>
          <p:cNvSpPr txBox="1"/>
          <p:nvPr/>
        </p:nvSpPr>
        <p:spPr>
          <a:xfrm>
            <a:off x="10114448" y="4961560"/>
            <a:ext cx="1906982" cy="438842"/>
          </a:xfrm>
          <a:prstGeom prst="rect">
            <a:avLst/>
          </a:prstGeom>
          <a:noFill/>
          <a:ln>
            <a:noFill/>
          </a:ln>
          <a:effectLst>
            <a:outerShdw dist="38100" dir="396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rPr>
              <a:t>FRIDAY</a:t>
            </a:r>
            <a:endParaRPr sz="230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629" name="Google Shape;629;p7"/>
          <p:cNvSpPr/>
          <p:nvPr/>
        </p:nvSpPr>
        <p:spPr>
          <a:xfrm rot="16200000">
            <a:off x="10418552" y="4150228"/>
            <a:ext cx="1100066" cy="2061506"/>
          </a:xfrm>
          <a:prstGeom prst="trapezoid">
            <a:avLst>
              <a:gd name="adj" fmla="val 19525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2" name="Google Shape;55;p2">
            <a:extLst>
              <a:ext uri="{FF2B5EF4-FFF2-40B4-BE49-F238E27FC236}">
                <a16:creationId xmlns:a16="http://schemas.microsoft.com/office/drawing/2014/main" id="{BCCCC6EE-BB0F-26D2-2B01-4ED04BE0CBF4}"/>
              </a:ext>
            </a:extLst>
          </p:cNvPr>
          <p:cNvSpPr txBox="1"/>
          <p:nvPr/>
        </p:nvSpPr>
        <p:spPr>
          <a:xfrm>
            <a:off x="10121134" y="1917063"/>
            <a:ext cx="1906982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u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وضعية استكشافية</a:t>
            </a:r>
            <a:endParaRPr sz="2400" b="1" u="none" dirty="0">
              <a:solidFill>
                <a:schemeClr val="dk2"/>
              </a:solidFill>
              <a:effectLst/>
              <a:latin typeface="Kufyan Arabic Black" panose="02000500000000000000" pitchFamily="2" charset="-78"/>
              <a:ea typeface="Ranchers"/>
              <a:cs typeface="Kufyan Arabic Black" panose="02000500000000000000" pitchFamily="2" charset="-78"/>
              <a:sym typeface="Ranchers"/>
            </a:endParaRPr>
          </a:p>
        </p:txBody>
      </p:sp>
      <p:sp>
        <p:nvSpPr>
          <p:cNvPr id="3" name="Google Shape;110;p2">
            <a:hlinkClick r:id="rId2" action="ppaction://hlinksldjump"/>
            <a:extLst>
              <a:ext uri="{FF2B5EF4-FFF2-40B4-BE49-F238E27FC236}">
                <a16:creationId xmlns:a16="http://schemas.microsoft.com/office/drawing/2014/main" id="{50D44EAA-CAB9-D125-0EF2-D298D0B24FBA}"/>
              </a:ext>
            </a:extLst>
          </p:cNvPr>
          <p:cNvSpPr/>
          <p:nvPr/>
        </p:nvSpPr>
        <p:spPr>
          <a:xfrm>
            <a:off x="10078869" y="1950625"/>
            <a:ext cx="2092863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46;p2">
            <a:extLst>
              <a:ext uri="{FF2B5EF4-FFF2-40B4-BE49-F238E27FC236}">
                <a16:creationId xmlns:a16="http://schemas.microsoft.com/office/drawing/2014/main" id="{6C759668-C8F6-5432-DDDC-56FE00B32B99}"/>
              </a:ext>
            </a:extLst>
          </p:cNvPr>
          <p:cNvSpPr txBox="1"/>
          <p:nvPr/>
        </p:nvSpPr>
        <p:spPr>
          <a:xfrm>
            <a:off x="10034032" y="3081595"/>
            <a:ext cx="1906982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أجرّب و أتثبت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5" name="Google Shape;111;p2">
            <a:hlinkClick r:id="rId3" action="ppaction://hlinksldjump"/>
            <a:extLst>
              <a:ext uri="{FF2B5EF4-FFF2-40B4-BE49-F238E27FC236}">
                <a16:creationId xmlns:a16="http://schemas.microsoft.com/office/drawing/2014/main" id="{3A83DC78-6433-F2D6-C837-95F9CC4C34EE}"/>
              </a:ext>
            </a:extLst>
          </p:cNvPr>
          <p:cNvSpPr/>
          <p:nvPr/>
        </p:nvSpPr>
        <p:spPr>
          <a:xfrm>
            <a:off x="9975885" y="2915960"/>
            <a:ext cx="2092863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4;p2">
            <a:extLst>
              <a:ext uri="{FF2B5EF4-FFF2-40B4-BE49-F238E27FC236}">
                <a16:creationId xmlns:a16="http://schemas.microsoft.com/office/drawing/2014/main" id="{4736EA7B-8E9E-909B-04C9-B163E248A9EC}"/>
              </a:ext>
            </a:extLst>
          </p:cNvPr>
          <p:cNvSpPr txBox="1"/>
          <p:nvPr/>
        </p:nvSpPr>
        <p:spPr>
          <a:xfrm>
            <a:off x="10049978" y="3967997"/>
            <a:ext cx="1906982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800" i="0" u="none" strike="noStrike" cap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أستنتج</a:t>
            </a:r>
            <a:endParaRPr sz="2800" dirty="0">
              <a:solidFill>
                <a:schemeClr val="dk2"/>
              </a:solidFill>
              <a:effectLst/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7" name="Google Shape;112;p2">
            <a:hlinkClick r:id="rId4" action="ppaction://hlinksldjump"/>
            <a:extLst>
              <a:ext uri="{FF2B5EF4-FFF2-40B4-BE49-F238E27FC236}">
                <a16:creationId xmlns:a16="http://schemas.microsoft.com/office/drawing/2014/main" id="{E3F419E9-0CCE-14F9-FFF2-D34C402219CB}"/>
              </a:ext>
            </a:extLst>
          </p:cNvPr>
          <p:cNvSpPr/>
          <p:nvPr/>
        </p:nvSpPr>
        <p:spPr>
          <a:xfrm>
            <a:off x="9975885" y="3812889"/>
            <a:ext cx="2092863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37;p2">
            <a:extLst>
              <a:ext uri="{FF2B5EF4-FFF2-40B4-BE49-F238E27FC236}">
                <a16:creationId xmlns:a16="http://schemas.microsoft.com/office/drawing/2014/main" id="{C1BEEB26-2F38-2BFD-455D-5E63FFC6BD83}"/>
              </a:ext>
            </a:extLst>
          </p:cNvPr>
          <p:cNvSpPr txBox="1"/>
          <p:nvPr/>
        </p:nvSpPr>
        <p:spPr>
          <a:xfrm>
            <a:off x="10121140" y="4887675"/>
            <a:ext cx="1906982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أطبّق</a:t>
            </a:r>
            <a:endParaRPr sz="24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9" name="Google Shape;113;p2">
            <a:hlinkClick r:id="rId5" action="ppaction://hlinksldjump"/>
            <a:extLst>
              <a:ext uri="{FF2B5EF4-FFF2-40B4-BE49-F238E27FC236}">
                <a16:creationId xmlns:a16="http://schemas.microsoft.com/office/drawing/2014/main" id="{A5150D87-692F-1E91-7A3D-F15F21CB9686}"/>
              </a:ext>
            </a:extLst>
          </p:cNvPr>
          <p:cNvSpPr/>
          <p:nvPr/>
        </p:nvSpPr>
        <p:spPr>
          <a:xfrm>
            <a:off x="10049978" y="4769339"/>
            <a:ext cx="2092863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8;p2">
            <a:extLst>
              <a:ext uri="{FF2B5EF4-FFF2-40B4-BE49-F238E27FC236}">
                <a16:creationId xmlns:a16="http://schemas.microsoft.com/office/drawing/2014/main" id="{B3086FB7-CDD7-5892-6A82-2CCE7A0EC571}"/>
              </a:ext>
            </a:extLst>
          </p:cNvPr>
          <p:cNvSpPr txBox="1"/>
          <p:nvPr/>
        </p:nvSpPr>
        <p:spPr>
          <a:xfrm>
            <a:off x="9975885" y="5752383"/>
            <a:ext cx="1906982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أقيّم</a:t>
            </a:r>
            <a:endParaRPr sz="28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1" name="Google Shape;114;p2">
            <a:hlinkClick r:id="rId6" action="ppaction://hlinksldjump"/>
            <a:extLst>
              <a:ext uri="{FF2B5EF4-FFF2-40B4-BE49-F238E27FC236}">
                <a16:creationId xmlns:a16="http://schemas.microsoft.com/office/drawing/2014/main" id="{9FF49832-135B-0B15-55E9-E8DD3438C8E4}"/>
              </a:ext>
            </a:extLst>
          </p:cNvPr>
          <p:cNvSpPr/>
          <p:nvPr/>
        </p:nvSpPr>
        <p:spPr>
          <a:xfrm>
            <a:off x="10062878" y="5666267"/>
            <a:ext cx="2092863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9;p2">
            <a:extLst>
              <a:ext uri="{FF2B5EF4-FFF2-40B4-BE49-F238E27FC236}">
                <a16:creationId xmlns:a16="http://schemas.microsoft.com/office/drawing/2014/main" id="{54A4612B-1DA2-A0FB-368F-EDD28A23F125}"/>
              </a:ext>
            </a:extLst>
          </p:cNvPr>
          <p:cNvSpPr txBox="1"/>
          <p:nvPr/>
        </p:nvSpPr>
        <p:spPr>
          <a:xfrm>
            <a:off x="10121134" y="1157578"/>
            <a:ext cx="1906982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مراجعة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3" name="Google Shape;109;p2">
            <a:hlinkClick r:id="rId7" action="ppaction://hlinksldjump"/>
            <a:extLst>
              <a:ext uri="{FF2B5EF4-FFF2-40B4-BE49-F238E27FC236}">
                <a16:creationId xmlns:a16="http://schemas.microsoft.com/office/drawing/2014/main" id="{2E53086F-3C5D-C895-CA8E-DDE9AAB6FC50}"/>
              </a:ext>
            </a:extLst>
          </p:cNvPr>
          <p:cNvSpPr/>
          <p:nvPr/>
        </p:nvSpPr>
        <p:spPr>
          <a:xfrm>
            <a:off x="10099137" y="1088233"/>
            <a:ext cx="2092863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Notes" userDrawn="1">
  <p:cSld name="CUSTOM_14_1_1_1_1_1">
    <p:bg>
      <p:bgPr>
        <a:solidFill>
          <a:schemeClr val="accent6"/>
        </a:soli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8"/>
          <p:cNvGrpSpPr/>
          <p:nvPr/>
        </p:nvGrpSpPr>
        <p:grpSpPr>
          <a:xfrm>
            <a:off x="9057656" y="948490"/>
            <a:ext cx="2782526" cy="1100066"/>
            <a:chOff x="9064675" y="1143525"/>
            <a:chExt cx="2616925" cy="1003200"/>
          </a:xfrm>
        </p:grpSpPr>
        <p:sp>
          <p:nvSpPr>
            <p:cNvPr id="667" name="Google Shape;667;p8"/>
            <p:cNvSpPr/>
            <p:nvPr/>
          </p:nvSpPr>
          <p:spPr>
            <a:xfrm>
              <a:off x="9064675" y="1327575"/>
              <a:ext cx="731700" cy="63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68" name="Google Shape;668;p8"/>
            <p:cNvSpPr/>
            <p:nvPr/>
          </p:nvSpPr>
          <p:spPr>
            <a:xfrm rot="-5400000">
              <a:off x="10223450" y="6885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9064675" y="13275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671" name="Google Shape;671;p8"/>
          <p:cNvGrpSpPr/>
          <p:nvPr/>
        </p:nvGrpSpPr>
        <p:grpSpPr>
          <a:xfrm>
            <a:off x="9057656" y="4630948"/>
            <a:ext cx="2804325" cy="1100066"/>
            <a:chOff x="9064675" y="4501725"/>
            <a:chExt cx="2637427" cy="1003200"/>
          </a:xfrm>
        </p:grpSpPr>
        <p:sp>
          <p:nvSpPr>
            <p:cNvPr id="672" name="Google Shape;672;p8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73" name="Google Shape;673;p8"/>
            <p:cNvSpPr/>
            <p:nvPr/>
          </p:nvSpPr>
          <p:spPr>
            <a:xfrm rot="-5400000">
              <a:off x="10223450" y="40467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75" name="Google Shape;675;p8"/>
            <p:cNvSpPr txBox="1"/>
            <p:nvPr/>
          </p:nvSpPr>
          <p:spPr>
            <a:xfrm>
              <a:off x="9932402" y="480322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FRIDAY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77" name="Google Shape;677;p8"/>
            <p:cNvSpPr/>
            <p:nvPr/>
          </p:nvSpPr>
          <p:spPr>
            <a:xfrm rot="-5400000">
              <a:off x="10223450" y="40467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78" name="Google Shape;678;p8"/>
            <p:cNvSpPr/>
            <p:nvPr/>
          </p:nvSpPr>
          <p:spPr>
            <a:xfrm>
              <a:off x="9064675" y="46857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680" name="Google Shape;680;p8"/>
          <p:cNvGrpSpPr/>
          <p:nvPr/>
        </p:nvGrpSpPr>
        <p:grpSpPr>
          <a:xfrm>
            <a:off x="9057656" y="2789719"/>
            <a:ext cx="2885340" cy="1100066"/>
            <a:chOff x="9064675" y="2822625"/>
            <a:chExt cx="2713620" cy="1003200"/>
          </a:xfrm>
        </p:grpSpPr>
        <p:sp>
          <p:nvSpPr>
            <p:cNvPr id="681" name="Google Shape;681;p8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82" name="Google Shape;682;p8"/>
            <p:cNvSpPr/>
            <p:nvPr/>
          </p:nvSpPr>
          <p:spPr>
            <a:xfrm rot="-5400000">
              <a:off x="10223450" y="23676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83" name="Google Shape;683;p8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84" name="Google Shape;684;p8"/>
            <p:cNvSpPr txBox="1"/>
            <p:nvPr/>
          </p:nvSpPr>
          <p:spPr>
            <a:xfrm>
              <a:off x="10008595" y="3124137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WEDNESDAY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685" name="Google Shape;685;p8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86" name="Google Shape;686;p8"/>
            <p:cNvSpPr/>
            <p:nvPr/>
          </p:nvSpPr>
          <p:spPr>
            <a:xfrm rot="-5400000">
              <a:off x="10223450" y="236767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87" name="Google Shape;687;p8"/>
            <p:cNvSpPr/>
            <p:nvPr/>
          </p:nvSpPr>
          <p:spPr>
            <a:xfrm>
              <a:off x="9064675" y="300667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689" name="Google Shape;689;p8"/>
          <p:cNvGrpSpPr/>
          <p:nvPr/>
        </p:nvGrpSpPr>
        <p:grpSpPr>
          <a:xfrm>
            <a:off x="8924825" y="1846735"/>
            <a:ext cx="2865834" cy="1100066"/>
            <a:chOff x="8939750" y="1962675"/>
            <a:chExt cx="2695275" cy="1003200"/>
          </a:xfrm>
        </p:grpSpPr>
        <p:sp>
          <p:nvSpPr>
            <p:cNvPr id="690" name="Google Shape;690;p8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91" name="Google Shape;691;p8"/>
            <p:cNvSpPr/>
            <p:nvPr/>
          </p:nvSpPr>
          <p:spPr>
            <a:xfrm rot="-5400000">
              <a:off x="10068575" y="15077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92" name="Google Shape;692;p8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93" name="Google Shape;693;p8"/>
            <p:cNvSpPr txBox="1"/>
            <p:nvPr/>
          </p:nvSpPr>
          <p:spPr>
            <a:xfrm>
              <a:off x="9865325" y="22641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TUESDAY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694" name="Google Shape;694;p8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95" name="Google Shape;695;p8"/>
            <p:cNvSpPr/>
            <p:nvPr/>
          </p:nvSpPr>
          <p:spPr>
            <a:xfrm rot="-5400000">
              <a:off x="10068575" y="15077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696" name="Google Shape;696;p8"/>
            <p:cNvSpPr/>
            <p:nvPr/>
          </p:nvSpPr>
          <p:spPr>
            <a:xfrm>
              <a:off x="8939750" y="21467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grpSp>
        <p:nvGrpSpPr>
          <p:cNvPr id="698" name="Google Shape;698;p8"/>
          <p:cNvGrpSpPr/>
          <p:nvPr/>
        </p:nvGrpSpPr>
        <p:grpSpPr>
          <a:xfrm>
            <a:off x="8924825" y="3687963"/>
            <a:ext cx="2946856" cy="1100066"/>
            <a:chOff x="8939750" y="3641775"/>
            <a:chExt cx="2771475" cy="1003200"/>
          </a:xfrm>
        </p:grpSpPr>
        <p:sp>
          <p:nvSpPr>
            <p:cNvPr id="699" name="Google Shape;699;p8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700" name="Google Shape;700;p8"/>
            <p:cNvSpPr/>
            <p:nvPr/>
          </p:nvSpPr>
          <p:spPr>
            <a:xfrm rot="-5400000">
              <a:off x="10068575" y="31868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701" name="Google Shape;701;p8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702" name="Google Shape;702;p8"/>
            <p:cNvSpPr txBox="1"/>
            <p:nvPr/>
          </p:nvSpPr>
          <p:spPr>
            <a:xfrm>
              <a:off x="9941525" y="3943275"/>
              <a:ext cx="1769700" cy="400200"/>
            </a:xfrm>
            <a:prstGeom prst="rect">
              <a:avLst/>
            </a:prstGeom>
            <a:noFill/>
            <a:ln>
              <a:noFill/>
            </a:ln>
            <a:effectLst>
              <a:outerShdw dist="38100" dir="3960000" algn="bl" rotWithShape="0">
                <a:srgbClr val="00000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Ranchers"/>
                  <a:ea typeface="Ranchers"/>
                  <a:cs typeface="Ranchers"/>
                  <a:sym typeface="Ranchers"/>
                </a:rPr>
                <a:t>THURSDAY</a:t>
              </a:r>
              <a:endParaRPr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endParaRPr>
            </a:p>
          </p:txBody>
        </p:sp>
        <p:sp>
          <p:nvSpPr>
            <p:cNvPr id="703" name="Google Shape;703;p8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704" name="Google Shape;704;p8"/>
            <p:cNvSpPr/>
            <p:nvPr/>
          </p:nvSpPr>
          <p:spPr>
            <a:xfrm rot="-5400000">
              <a:off x="10068575" y="3186825"/>
              <a:ext cx="1003200" cy="1913100"/>
            </a:xfrm>
            <a:prstGeom prst="trapezoid">
              <a:avLst>
                <a:gd name="adj" fmla="val 19525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  <p:sp>
          <p:nvSpPr>
            <p:cNvPr id="705" name="Google Shape;705;p8"/>
            <p:cNvSpPr/>
            <p:nvPr/>
          </p:nvSpPr>
          <p:spPr>
            <a:xfrm>
              <a:off x="8939750" y="3825825"/>
              <a:ext cx="731700" cy="635100"/>
            </a:xfrm>
            <a:prstGeom prst="rect">
              <a:avLst/>
            </a:pr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rgbClr val="FFFFFF"/>
                </a:solidFill>
                <a:latin typeface="Barriecito"/>
                <a:ea typeface="Barriecito"/>
                <a:cs typeface="Barriecito"/>
                <a:sym typeface="Barriecito"/>
              </a:endParaRPr>
            </a:p>
          </p:txBody>
        </p:sp>
      </p:grpSp>
      <p:sp>
        <p:nvSpPr>
          <p:cNvPr id="707" name="Google Shape;707;p8"/>
          <p:cNvSpPr/>
          <p:nvPr/>
        </p:nvSpPr>
        <p:spPr>
          <a:xfrm>
            <a:off x="0" y="303562"/>
            <a:ext cx="10126896" cy="6554438"/>
          </a:xfrm>
          <a:custGeom>
            <a:avLst/>
            <a:gdLst/>
            <a:ahLst/>
            <a:cxnLst/>
            <a:rect l="l" t="t" r="r" b="b"/>
            <a:pathLst>
              <a:path w="9524198" h="5977289" extrusionOk="0">
                <a:moveTo>
                  <a:pt x="8356534" y="375821"/>
                </a:moveTo>
                <a:lnTo>
                  <a:pt x="8356534" y="663821"/>
                </a:lnTo>
                <a:lnTo>
                  <a:pt x="8644534" y="663821"/>
                </a:lnTo>
                <a:lnTo>
                  <a:pt x="8644534" y="375821"/>
                </a:lnTo>
                <a:close/>
                <a:moveTo>
                  <a:pt x="7847458" y="375821"/>
                </a:moveTo>
                <a:lnTo>
                  <a:pt x="7847458" y="663821"/>
                </a:lnTo>
                <a:lnTo>
                  <a:pt x="8135458" y="663821"/>
                </a:lnTo>
                <a:lnTo>
                  <a:pt x="8135458" y="375821"/>
                </a:lnTo>
                <a:close/>
                <a:moveTo>
                  <a:pt x="7338389" y="375821"/>
                </a:moveTo>
                <a:lnTo>
                  <a:pt x="7338389" y="663821"/>
                </a:lnTo>
                <a:lnTo>
                  <a:pt x="7626389" y="663821"/>
                </a:lnTo>
                <a:lnTo>
                  <a:pt x="7626389" y="375821"/>
                </a:lnTo>
                <a:close/>
                <a:moveTo>
                  <a:pt x="6829320" y="375821"/>
                </a:moveTo>
                <a:lnTo>
                  <a:pt x="6829320" y="663821"/>
                </a:lnTo>
                <a:lnTo>
                  <a:pt x="7117320" y="663821"/>
                </a:lnTo>
                <a:lnTo>
                  <a:pt x="7117320" y="375821"/>
                </a:lnTo>
                <a:close/>
                <a:moveTo>
                  <a:pt x="6320251" y="375821"/>
                </a:moveTo>
                <a:lnTo>
                  <a:pt x="6320251" y="663821"/>
                </a:lnTo>
                <a:lnTo>
                  <a:pt x="6608251" y="663821"/>
                </a:lnTo>
                <a:lnTo>
                  <a:pt x="6608251" y="375821"/>
                </a:lnTo>
                <a:close/>
                <a:moveTo>
                  <a:pt x="5811182" y="375821"/>
                </a:moveTo>
                <a:lnTo>
                  <a:pt x="5811182" y="663821"/>
                </a:lnTo>
                <a:lnTo>
                  <a:pt x="6099182" y="663821"/>
                </a:lnTo>
                <a:lnTo>
                  <a:pt x="6099182" y="375821"/>
                </a:lnTo>
                <a:close/>
                <a:moveTo>
                  <a:pt x="5302113" y="375821"/>
                </a:moveTo>
                <a:lnTo>
                  <a:pt x="5302113" y="663821"/>
                </a:lnTo>
                <a:lnTo>
                  <a:pt x="5590113" y="663821"/>
                </a:lnTo>
                <a:lnTo>
                  <a:pt x="5590113" y="375821"/>
                </a:lnTo>
                <a:close/>
                <a:moveTo>
                  <a:pt x="4793044" y="375821"/>
                </a:moveTo>
                <a:lnTo>
                  <a:pt x="4793044" y="663821"/>
                </a:lnTo>
                <a:lnTo>
                  <a:pt x="5081044" y="663821"/>
                </a:lnTo>
                <a:lnTo>
                  <a:pt x="5081044" y="375821"/>
                </a:lnTo>
                <a:close/>
                <a:moveTo>
                  <a:pt x="4283975" y="375821"/>
                </a:moveTo>
                <a:lnTo>
                  <a:pt x="4283975" y="663821"/>
                </a:lnTo>
                <a:lnTo>
                  <a:pt x="4571975" y="663821"/>
                </a:lnTo>
                <a:lnTo>
                  <a:pt x="4571975" y="375821"/>
                </a:lnTo>
                <a:close/>
                <a:moveTo>
                  <a:pt x="3774906" y="375821"/>
                </a:moveTo>
                <a:lnTo>
                  <a:pt x="3774906" y="663821"/>
                </a:lnTo>
                <a:lnTo>
                  <a:pt x="4062906" y="663821"/>
                </a:lnTo>
                <a:lnTo>
                  <a:pt x="4062906" y="375821"/>
                </a:lnTo>
                <a:close/>
                <a:moveTo>
                  <a:pt x="3265838" y="375821"/>
                </a:moveTo>
                <a:lnTo>
                  <a:pt x="3265838" y="663821"/>
                </a:lnTo>
                <a:lnTo>
                  <a:pt x="3553838" y="663821"/>
                </a:lnTo>
                <a:lnTo>
                  <a:pt x="3553838" y="375821"/>
                </a:lnTo>
                <a:close/>
                <a:moveTo>
                  <a:pt x="2756769" y="375821"/>
                </a:moveTo>
                <a:lnTo>
                  <a:pt x="2756769" y="663821"/>
                </a:lnTo>
                <a:lnTo>
                  <a:pt x="3044769" y="663821"/>
                </a:lnTo>
                <a:lnTo>
                  <a:pt x="3044769" y="375821"/>
                </a:lnTo>
                <a:close/>
                <a:moveTo>
                  <a:pt x="2247700" y="375821"/>
                </a:moveTo>
                <a:lnTo>
                  <a:pt x="2247700" y="663821"/>
                </a:lnTo>
                <a:lnTo>
                  <a:pt x="2535700" y="663821"/>
                </a:lnTo>
                <a:lnTo>
                  <a:pt x="2535700" y="375821"/>
                </a:lnTo>
                <a:close/>
                <a:moveTo>
                  <a:pt x="1738631" y="375821"/>
                </a:moveTo>
                <a:lnTo>
                  <a:pt x="1738631" y="663821"/>
                </a:lnTo>
                <a:lnTo>
                  <a:pt x="2026631" y="663821"/>
                </a:lnTo>
                <a:lnTo>
                  <a:pt x="2026631" y="375821"/>
                </a:lnTo>
                <a:close/>
                <a:moveTo>
                  <a:pt x="1229563" y="375821"/>
                </a:moveTo>
                <a:lnTo>
                  <a:pt x="1229563" y="663821"/>
                </a:lnTo>
                <a:lnTo>
                  <a:pt x="1517563" y="663821"/>
                </a:lnTo>
                <a:lnTo>
                  <a:pt x="1517563" y="375821"/>
                </a:lnTo>
                <a:close/>
                <a:moveTo>
                  <a:pt x="720493" y="375821"/>
                </a:moveTo>
                <a:lnTo>
                  <a:pt x="720493" y="663821"/>
                </a:lnTo>
                <a:lnTo>
                  <a:pt x="1008494" y="663821"/>
                </a:lnTo>
                <a:lnTo>
                  <a:pt x="1008494" y="375821"/>
                </a:lnTo>
                <a:close/>
                <a:moveTo>
                  <a:pt x="529408" y="0"/>
                </a:moveTo>
                <a:lnTo>
                  <a:pt x="8994790" y="0"/>
                </a:lnTo>
                <a:cubicBezTo>
                  <a:pt x="9287174" y="0"/>
                  <a:pt x="9524198" y="237024"/>
                  <a:pt x="9524198" y="529408"/>
                </a:cubicBezTo>
                <a:lnTo>
                  <a:pt x="9524198" y="5447881"/>
                </a:lnTo>
                <a:cubicBezTo>
                  <a:pt x="9524198" y="5740265"/>
                  <a:pt x="9287174" y="5977289"/>
                  <a:pt x="8994790" y="5977289"/>
                </a:cubicBezTo>
                <a:lnTo>
                  <a:pt x="529408" y="5977289"/>
                </a:lnTo>
                <a:cubicBezTo>
                  <a:pt x="237024" y="5977289"/>
                  <a:pt x="0" y="5740265"/>
                  <a:pt x="0" y="5447881"/>
                </a:cubicBezTo>
                <a:lnTo>
                  <a:pt x="0" y="529408"/>
                </a:lnTo>
                <a:cubicBezTo>
                  <a:pt x="0" y="237024"/>
                  <a:pt x="237024" y="0"/>
                  <a:pt x="5294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8"/>
          <p:cNvSpPr/>
          <p:nvPr/>
        </p:nvSpPr>
        <p:spPr>
          <a:xfrm>
            <a:off x="261985" y="303550"/>
            <a:ext cx="9690103" cy="6554340"/>
          </a:xfrm>
          <a:prstGeom prst="roundRect">
            <a:avLst>
              <a:gd name="adj" fmla="val 8857"/>
            </a:avLst>
          </a:prstGeom>
          <a:solidFill>
            <a:srgbClr val="000000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8"/>
          <p:cNvSpPr/>
          <p:nvPr/>
        </p:nvSpPr>
        <p:spPr>
          <a:xfrm>
            <a:off x="327915" y="548194"/>
            <a:ext cx="9449724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8"/>
          <p:cNvSpPr/>
          <p:nvPr/>
        </p:nvSpPr>
        <p:spPr>
          <a:xfrm>
            <a:off x="296794" y="502819"/>
            <a:ext cx="9449724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8"/>
          <p:cNvSpPr/>
          <p:nvPr/>
        </p:nvSpPr>
        <p:spPr>
          <a:xfrm>
            <a:off x="233477" y="563688"/>
            <a:ext cx="9449724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8"/>
          <p:cNvSpPr/>
          <p:nvPr/>
        </p:nvSpPr>
        <p:spPr>
          <a:xfrm>
            <a:off x="234551" y="505032"/>
            <a:ext cx="9449724" cy="6116151"/>
          </a:xfrm>
          <a:custGeom>
            <a:avLst/>
            <a:gdLst/>
            <a:ahLst/>
            <a:cxnLst/>
            <a:rect l="l" t="t" r="r" b="b"/>
            <a:pathLst>
              <a:path w="8887327" h="5577595" extrusionOk="0">
                <a:moveTo>
                  <a:pt x="8117684" y="231007"/>
                </a:moveTo>
                <a:lnTo>
                  <a:pt x="8117684" y="519007"/>
                </a:lnTo>
                <a:lnTo>
                  <a:pt x="8405684" y="519007"/>
                </a:lnTo>
                <a:lnTo>
                  <a:pt x="8405684" y="231007"/>
                </a:lnTo>
                <a:close/>
                <a:moveTo>
                  <a:pt x="7608608" y="231007"/>
                </a:moveTo>
                <a:lnTo>
                  <a:pt x="7608608" y="519007"/>
                </a:lnTo>
                <a:lnTo>
                  <a:pt x="7896608" y="519007"/>
                </a:lnTo>
                <a:lnTo>
                  <a:pt x="7896608" y="231007"/>
                </a:lnTo>
                <a:close/>
                <a:moveTo>
                  <a:pt x="7099539" y="231007"/>
                </a:moveTo>
                <a:lnTo>
                  <a:pt x="7099539" y="519007"/>
                </a:lnTo>
                <a:lnTo>
                  <a:pt x="7387539" y="519007"/>
                </a:lnTo>
                <a:lnTo>
                  <a:pt x="7387539" y="231007"/>
                </a:lnTo>
                <a:close/>
                <a:moveTo>
                  <a:pt x="6590470" y="231007"/>
                </a:moveTo>
                <a:lnTo>
                  <a:pt x="6590470" y="519007"/>
                </a:lnTo>
                <a:lnTo>
                  <a:pt x="6878470" y="519007"/>
                </a:lnTo>
                <a:lnTo>
                  <a:pt x="6878470" y="231007"/>
                </a:lnTo>
                <a:close/>
                <a:moveTo>
                  <a:pt x="6081401" y="231007"/>
                </a:moveTo>
                <a:lnTo>
                  <a:pt x="6081401" y="519007"/>
                </a:lnTo>
                <a:lnTo>
                  <a:pt x="6369401" y="519007"/>
                </a:lnTo>
                <a:lnTo>
                  <a:pt x="6369401" y="231007"/>
                </a:lnTo>
                <a:close/>
                <a:moveTo>
                  <a:pt x="5572332" y="231007"/>
                </a:moveTo>
                <a:lnTo>
                  <a:pt x="5572332" y="519007"/>
                </a:lnTo>
                <a:lnTo>
                  <a:pt x="5860332" y="519007"/>
                </a:lnTo>
                <a:lnTo>
                  <a:pt x="5860332" y="231007"/>
                </a:lnTo>
                <a:close/>
                <a:moveTo>
                  <a:pt x="5063263" y="231007"/>
                </a:moveTo>
                <a:lnTo>
                  <a:pt x="5063263" y="519007"/>
                </a:lnTo>
                <a:lnTo>
                  <a:pt x="5351263" y="519007"/>
                </a:lnTo>
                <a:lnTo>
                  <a:pt x="5351263" y="231007"/>
                </a:lnTo>
                <a:close/>
                <a:moveTo>
                  <a:pt x="4554194" y="231007"/>
                </a:moveTo>
                <a:lnTo>
                  <a:pt x="4554194" y="519007"/>
                </a:lnTo>
                <a:lnTo>
                  <a:pt x="4842194" y="519007"/>
                </a:lnTo>
                <a:lnTo>
                  <a:pt x="4842194" y="231007"/>
                </a:lnTo>
                <a:close/>
                <a:moveTo>
                  <a:pt x="4045125" y="231007"/>
                </a:moveTo>
                <a:lnTo>
                  <a:pt x="4045125" y="519007"/>
                </a:lnTo>
                <a:lnTo>
                  <a:pt x="4333125" y="519007"/>
                </a:lnTo>
                <a:lnTo>
                  <a:pt x="4333125" y="231007"/>
                </a:lnTo>
                <a:close/>
                <a:moveTo>
                  <a:pt x="3536056" y="231007"/>
                </a:moveTo>
                <a:lnTo>
                  <a:pt x="3536056" y="519007"/>
                </a:lnTo>
                <a:lnTo>
                  <a:pt x="3824056" y="519007"/>
                </a:lnTo>
                <a:lnTo>
                  <a:pt x="3824056" y="231007"/>
                </a:lnTo>
                <a:close/>
                <a:moveTo>
                  <a:pt x="3026987" y="231007"/>
                </a:moveTo>
                <a:lnTo>
                  <a:pt x="3026987" y="519007"/>
                </a:lnTo>
                <a:lnTo>
                  <a:pt x="3314988" y="519007"/>
                </a:lnTo>
                <a:lnTo>
                  <a:pt x="3314988" y="231007"/>
                </a:lnTo>
                <a:close/>
                <a:moveTo>
                  <a:pt x="2517919" y="231007"/>
                </a:moveTo>
                <a:lnTo>
                  <a:pt x="2517919" y="519007"/>
                </a:lnTo>
                <a:lnTo>
                  <a:pt x="2805918" y="519007"/>
                </a:lnTo>
                <a:lnTo>
                  <a:pt x="2805918" y="231007"/>
                </a:lnTo>
                <a:close/>
                <a:moveTo>
                  <a:pt x="2008849" y="231007"/>
                </a:moveTo>
                <a:lnTo>
                  <a:pt x="2008849" y="519007"/>
                </a:lnTo>
                <a:lnTo>
                  <a:pt x="2296849" y="519007"/>
                </a:lnTo>
                <a:lnTo>
                  <a:pt x="2296849" y="231007"/>
                </a:lnTo>
                <a:close/>
                <a:moveTo>
                  <a:pt x="1499781" y="231007"/>
                </a:moveTo>
                <a:lnTo>
                  <a:pt x="1499781" y="519007"/>
                </a:lnTo>
                <a:lnTo>
                  <a:pt x="1787781" y="519007"/>
                </a:lnTo>
                <a:lnTo>
                  <a:pt x="1787781" y="231007"/>
                </a:lnTo>
                <a:close/>
                <a:moveTo>
                  <a:pt x="990712" y="231007"/>
                </a:moveTo>
                <a:lnTo>
                  <a:pt x="990712" y="519007"/>
                </a:lnTo>
                <a:lnTo>
                  <a:pt x="1278712" y="519007"/>
                </a:lnTo>
                <a:lnTo>
                  <a:pt x="1278712" y="231007"/>
                </a:lnTo>
                <a:close/>
                <a:moveTo>
                  <a:pt x="481642" y="231007"/>
                </a:moveTo>
                <a:lnTo>
                  <a:pt x="481642" y="519007"/>
                </a:lnTo>
                <a:lnTo>
                  <a:pt x="769642" y="519007"/>
                </a:lnTo>
                <a:lnTo>
                  <a:pt x="769642" y="231007"/>
                </a:lnTo>
                <a:close/>
                <a:moveTo>
                  <a:pt x="494008" y="0"/>
                </a:moveTo>
                <a:lnTo>
                  <a:pt x="8393319" y="0"/>
                </a:lnTo>
                <a:cubicBezTo>
                  <a:pt x="8666152" y="0"/>
                  <a:pt x="8887327" y="221175"/>
                  <a:pt x="8887327" y="494008"/>
                </a:cubicBezTo>
                <a:lnTo>
                  <a:pt x="8887327" y="5083587"/>
                </a:lnTo>
                <a:cubicBezTo>
                  <a:pt x="8887327" y="5356420"/>
                  <a:pt x="8666152" y="5577595"/>
                  <a:pt x="8393319" y="5577595"/>
                </a:cubicBezTo>
                <a:lnTo>
                  <a:pt x="494008" y="5577595"/>
                </a:lnTo>
                <a:cubicBezTo>
                  <a:pt x="221175" y="5577595"/>
                  <a:pt x="0" y="5356420"/>
                  <a:pt x="0" y="5083587"/>
                </a:cubicBezTo>
                <a:lnTo>
                  <a:pt x="0" y="494008"/>
                </a:lnTo>
                <a:cubicBezTo>
                  <a:pt x="0" y="221175"/>
                  <a:pt x="221175" y="0"/>
                  <a:pt x="494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4" name="Google Shape;714;p8"/>
          <p:cNvGrpSpPr/>
          <p:nvPr/>
        </p:nvGrpSpPr>
        <p:grpSpPr>
          <a:xfrm>
            <a:off x="829421" y="0"/>
            <a:ext cx="8312136" cy="1030311"/>
            <a:chOff x="1371600" y="234214"/>
            <a:chExt cx="7736979" cy="822900"/>
          </a:xfrm>
        </p:grpSpPr>
        <p:sp>
          <p:nvSpPr>
            <p:cNvPr id="715" name="Google Shape;715;p8"/>
            <p:cNvSpPr/>
            <p:nvPr/>
          </p:nvSpPr>
          <p:spPr>
            <a:xfrm>
              <a:off x="137160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8"/>
            <p:cNvSpPr/>
            <p:nvPr/>
          </p:nvSpPr>
          <p:spPr>
            <a:xfrm>
              <a:off x="187649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8"/>
            <p:cNvSpPr/>
            <p:nvPr/>
          </p:nvSpPr>
          <p:spPr>
            <a:xfrm>
              <a:off x="238139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8"/>
            <p:cNvSpPr/>
            <p:nvPr/>
          </p:nvSpPr>
          <p:spPr>
            <a:xfrm>
              <a:off x="288629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8"/>
            <p:cNvSpPr/>
            <p:nvPr/>
          </p:nvSpPr>
          <p:spPr>
            <a:xfrm>
              <a:off x="339119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8"/>
            <p:cNvSpPr/>
            <p:nvPr/>
          </p:nvSpPr>
          <p:spPr>
            <a:xfrm>
              <a:off x="3896095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8"/>
            <p:cNvSpPr/>
            <p:nvPr/>
          </p:nvSpPr>
          <p:spPr>
            <a:xfrm>
              <a:off x="4400994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8"/>
            <p:cNvSpPr/>
            <p:nvPr/>
          </p:nvSpPr>
          <p:spPr>
            <a:xfrm>
              <a:off x="4905893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8"/>
            <p:cNvSpPr/>
            <p:nvPr/>
          </p:nvSpPr>
          <p:spPr>
            <a:xfrm>
              <a:off x="5410792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8"/>
            <p:cNvSpPr/>
            <p:nvPr/>
          </p:nvSpPr>
          <p:spPr>
            <a:xfrm>
              <a:off x="5915691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8"/>
            <p:cNvSpPr/>
            <p:nvPr/>
          </p:nvSpPr>
          <p:spPr>
            <a:xfrm>
              <a:off x="6420590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8"/>
            <p:cNvSpPr/>
            <p:nvPr/>
          </p:nvSpPr>
          <p:spPr>
            <a:xfrm>
              <a:off x="692548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8"/>
            <p:cNvSpPr/>
            <p:nvPr/>
          </p:nvSpPr>
          <p:spPr>
            <a:xfrm>
              <a:off x="7430388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8"/>
            <p:cNvSpPr/>
            <p:nvPr/>
          </p:nvSpPr>
          <p:spPr>
            <a:xfrm>
              <a:off x="7935287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8"/>
            <p:cNvSpPr/>
            <p:nvPr/>
          </p:nvSpPr>
          <p:spPr>
            <a:xfrm>
              <a:off x="8440186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8"/>
            <p:cNvSpPr/>
            <p:nvPr/>
          </p:nvSpPr>
          <p:spPr>
            <a:xfrm>
              <a:off x="8945079" y="234214"/>
              <a:ext cx="163500" cy="82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2" name="Google Shape;732;p8"/>
          <p:cNvSpPr/>
          <p:nvPr/>
        </p:nvSpPr>
        <p:spPr>
          <a:xfrm>
            <a:off x="9483337" y="5804898"/>
            <a:ext cx="778003" cy="6964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733" name="Google Shape;733;p8"/>
          <p:cNvSpPr/>
          <p:nvPr/>
        </p:nvSpPr>
        <p:spPr>
          <a:xfrm rot="16200000">
            <a:off x="10108392" y="5062144"/>
            <a:ext cx="1100066" cy="2034162"/>
          </a:xfrm>
          <a:prstGeom prst="trapezoid">
            <a:avLst>
              <a:gd name="adj" fmla="val 19525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735" name="Google Shape;735;p8"/>
          <p:cNvSpPr txBox="1"/>
          <p:nvPr/>
        </p:nvSpPr>
        <p:spPr>
          <a:xfrm>
            <a:off x="9827949" y="5859804"/>
            <a:ext cx="1881688" cy="438842"/>
          </a:xfrm>
          <a:prstGeom prst="rect">
            <a:avLst/>
          </a:prstGeom>
          <a:noFill/>
          <a:ln>
            <a:noFill/>
          </a:ln>
          <a:effectLst>
            <a:outerShdw dist="38100" dir="396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Ranchers"/>
                <a:ea typeface="Ranchers"/>
                <a:cs typeface="Ranchers"/>
                <a:sym typeface="Ranchers"/>
              </a:rPr>
              <a:t>INFO</a:t>
            </a:r>
            <a:endParaRPr sz="230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737" name="Google Shape;737;p8"/>
          <p:cNvSpPr/>
          <p:nvPr/>
        </p:nvSpPr>
        <p:spPr>
          <a:xfrm rot="16200000">
            <a:off x="10108392" y="5062144"/>
            <a:ext cx="1100066" cy="2034162"/>
          </a:xfrm>
          <a:prstGeom prst="trapezoid">
            <a:avLst>
              <a:gd name="adj" fmla="val 19525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rgbClr val="FFFFFF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2" name="Google Shape;55;p2">
            <a:extLst>
              <a:ext uri="{FF2B5EF4-FFF2-40B4-BE49-F238E27FC236}">
                <a16:creationId xmlns:a16="http://schemas.microsoft.com/office/drawing/2014/main" id="{AEAE492E-EF87-0005-E111-75F02B7E61D2}"/>
              </a:ext>
            </a:extLst>
          </p:cNvPr>
          <p:cNvSpPr txBox="1"/>
          <p:nvPr/>
        </p:nvSpPr>
        <p:spPr>
          <a:xfrm>
            <a:off x="9977138" y="1933143"/>
            <a:ext cx="1881688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u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وضعية استكشافية</a:t>
            </a:r>
            <a:endParaRPr sz="2400" b="1" u="none" dirty="0">
              <a:solidFill>
                <a:schemeClr val="dk2"/>
              </a:solidFill>
              <a:effectLst/>
              <a:latin typeface="Kufyan Arabic Black" panose="02000500000000000000" pitchFamily="2" charset="-78"/>
              <a:ea typeface="Ranchers"/>
              <a:cs typeface="Kufyan Arabic Black" panose="02000500000000000000" pitchFamily="2" charset="-78"/>
              <a:sym typeface="Ranchers"/>
            </a:endParaRPr>
          </a:p>
        </p:txBody>
      </p:sp>
      <p:sp>
        <p:nvSpPr>
          <p:cNvPr id="3" name="Google Shape;110;p2">
            <a:hlinkClick r:id="rId2" action="ppaction://hlinksldjump"/>
            <a:extLst>
              <a:ext uri="{FF2B5EF4-FFF2-40B4-BE49-F238E27FC236}">
                <a16:creationId xmlns:a16="http://schemas.microsoft.com/office/drawing/2014/main" id="{54277945-36DD-B752-C453-DB06CB93437C}"/>
              </a:ext>
            </a:extLst>
          </p:cNvPr>
          <p:cNvSpPr/>
          <p:nvPr/>
        </p:nvSpPr>
        <p:spPr>
          <a:xfrm>
            <a:off x="10126896" y="2016490"/>
            <a:ext cx="2065104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46;p2">
            <a:extLst>
              <a:ext uri="{FF2B5EF4-FFF2-40B4-BE49-F238E27FC236}">
                <a16:creationId xmlns:a16="http://schemas.microsoft.com/office/drawing/2014/main" id="{BB23589A-D9A7-EB66-9376-47D7571D9615}"/>
              </a:ext>
            </a:extLst>
          </p:cNvPr>
          <p:cNvSpPr txBox="1"/>
          <p:nvPr/>
        </p:nvSpPr>
        <p:spPr>
          <a:xfrm>
            <a:off x="9900944" y="3081595"/>
            <a:ext cx="1881688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أجرّب و أتثبت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5" name="Google Shape;111;p2">
            <a:hlinkClick r:id="rId3" action="ppaction://hlinksldjump"/>
            <a:extLst>
              <a:ext uri="{FF2B5EF4-FFF2-40B4-BE49-F238E27FC236}">
                <a16:creationId xmlns:a16="http://schemas.microsoft.com/office/drawing/2014/main" id="{622DCED7-CBFC-1082-DEC0-1B58211D83F6}"/>
              </a:ext>
            </a:extLst>
          </p:cNvPr>
          <p:cNvSpPr/>
          <p:nvPr/>
        </p:nvSpPr>
        <p:spPr>
          <a:xfrm>
            <a:off x="9916678" y="2934389"/>
            <a:ext cx="2065104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4;p2">
            <a:extLst>
              <a:ext uri="{FF2B5EF4-FFF2-40B4-BE49-F238E27FC236}">
                <a16:creationId xmlns:a16="http://schemas.microsoft.com/office/drawing/2014/main" id="{BDA28F8A-6F5C-617C-9DB3-61632329968C}"/>
              </a:ext>
            </a:extLst>
          </p:cNvPr>
          <p:cNvSpPr txBox="1"/>
          <p:nvPr/>
        </p:nvSpPr>
        <p:spPr>
          <a:xfrm>
            <a:off x="9916678" y="3967997"/>
            <a:ext cx="1881688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800" i="0" u="none" strike="noStrike" cap="none" dirty="0">
                <a:solidFill>
                  <a:schemeClr val="dk2"/>
                </a:solidFill>
                <a:effectLst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أستنتج</a:t>
            </a:r>
            <a:endParaRPr sz="2800" dirty="0">
              <a:solidFill>
                <a:schemeClr val="dk2"/>
              </a:solidFill>
              <a:effectLst/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7" name="Google Shape;112;p2">
            <a:hlinkClick r:id="rId4" action="ppaction://hlinksldjump"/>
            <a:extLst>
              <a:ext uri="{FF2B5EF4-FFF2-40B4-BE49-F238E27FC236}">
                <a16:creationId xmlns:a16="http://schemas.microsoft.com/office/drawing/2014/main" id="{42D1DE59-386A-AA66-36E6-AB714358E346}"/>
              </a:ext>
            </a:extLst>
          </p:cNvPr>
          <p:cNvSpPr/>
          <p:nvPr/>
        </p:nvSpPr>
        <p:spPr>
          <a:xfrm>
            <a:off x="9900944" y="3817256"/>
            <a:ext cx="2065104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37;p2">
            <a:extLst>
              <a:ext uri="{FF2B5EF4-FFF2-40B4-BE49-F238E27FC236}">
                <a16:creationId xmlns:a16="http://schemas.microsoft.com/office/drawing/2014/main" id="{045EDE76-3655-E29D-E805-F41161EF8101}"/>
              </a:ext>
            </a:extLst>
          </p:cNvPr>
          <p:cNvSpPr txBox="1"/>
          <p:nvPr/>
        </p:nvSpPr>
        <p:spPr>
          <a:xfrm>
            <a:off x="9986896" y="4887675"/>
            <a:ext cx="1881688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أطبّق</a:t>
            </a:r>
            <a:endParaRPr sz="24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9" name="Google Shape;113;p2">
            <a:hlinkClick r:id="rId5" action="ppaction://hlinksldjump"/>
            <a:extLst>
              <a:ext uri="{FF2B5EF4-FFF2-40B4-BE49-F238E27FC236}">
                <a16:creationId xmlns:a16="http://schemas.microsoft.com/office/drawing/2014/main" id="{B0A4A252-4EC3-3D60-8B0F-2A2E83E7F7EA}"/>
              </a:ext>
            </a:extLst>
          </p:cNvPr>
          <p:cNvSpPr/>
          <p:nvPr/>
        </p:nvSpPr>
        <p:spPr>
          <a:xfrm>
            <a:off x="9986890" y="4764962"/>
            <a:ext cx="2065104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8;p2">
            <a:extLst>
              <a:ext uri="{FF2B5EF4-FFF2-40B4-BE49-F238E27FC236}">
                <a16:creationId xmlns:a16="http://schemas.microsoft.com/office/drawing/2014/main" id="{02C2DDA6-CEE6-A588-23D6-80166FDCEA8B}"/>
              </a:ext>
            </a:extLst>
          </p:cNvPr>
          <p:cNvSpPr txBox="1"/>
          <p:nvPr/>
        </p:nvSpPr>
        <p:spPr>
          <a:xfrm>
            <a:off x="9843568" y="5752383"/>
            <a:ext cx="1881688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TN" sz="3200" i="0" u="none" strike="noStrike" cap="non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أقيّم</a:t>
            </a:r>
            <a:endParaRPr sz="28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1" name="Google Shape;114;p2">
            <a:hlinkClick r:id="rId6" action="ppaction://hlinksldjump"/>
            <a:extLst>
              <a:ext uri="{FF2B5EF4-FFF2-40B4-BE49-F238E27FC236}">
                <a16:creationId xmlns:a16="http://schemas.microsoft.com/office/drawing/2014/main" id="{CDDD1CEF-65BC-E62E-46AA-0F756ECD55DD}"/>
              </a:ext>
            </a:extLst>
          </p:cNvPr>
          <p:cNvSpPr/>
          <p:nvPr/>
        </p:nvSpPr>
        <p:spPr>
          <a:xfrm>
            <a:off x="9883783" y="5678982"/>
            <a:ext cx="2065104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9;p2">
            <a:extLst>
              <a:ext uri="{FF2B5EF4-FFF2-40B4-BE49-F238E27FC236}">
                <a16:creationId xmlns:a16="http://schemas.microsoft.com/office/drawing/2014/main" id="{37E5C787-EFD0-334E-AF8C-A1060489EA3C}"/>
              </a:ext>
            </a:extLst>
          </p:cNvPr>
          <p:cNvSpPr txBox="1"/>
          <p:nvPr/>
        </p:nvSpPr>
        <p:spPr>
          <a:xfrm>
            <a:off x="9986890" y="1157578"/>
            <a:ext cx="1881688" cy="43884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ufyan Arabic Black" panose="02000500000000000000" pitchFamily="2" charset="-78"/>
                <a:ea typeface="Ranchers"/>
                <a:cs typeface="Kufyan Arabic Black" panose="02000500000000000000" pitchFamily="2" charset="-78"/>
                <a:sym typeface="Ranchers"/>
              </a:rPr>
              <a:t>مراجعة</a:t>
            </a:r>
            <a:endParaRPr sz="2000" dirty="0">
              <a:solidFill>
                <a:schemeClr val="dk2"/>
              </a:solidFill>
              <a:latin typeface="Ranchers"/>
              <a:ea typeface="Ranchers"/>
              <a:cs typeface="Ranchers"/>
              <a:sym typeface="Ranchers"/>
            </a:endParaRPr>
          </a:p>
        </p:txBody>
      </p:sp>
      <p:sp>
        <p:nvSpPr>
          <p:cNvPr id="13" name="Google Shape;109;p2">
            <a:hlinkClick r:id="rId7" action="ppaction://hlinksldjump"/>
            <a:extLst>
              <a:ext uri="{FF2B5EF4-FFF2-40B4-BE49-F238E27FC236}">
                <a16:creationId xmlns:a16="http://schemas.microsoft.com/office/drawing/2014/main" id="{A1E375F9-C824-212E-1221-0F41CF46DCB6}"/>
              </a:ext>
            </a:extLst>
          </p:cNvPr>
          <p:cNvSpPr/>
          <p:nvPr/>
        </p:nvSpPr>
        <p:spPr>
          <a:xfrm>
            <a:off x="10040455" y="1128239"/>
            <a:ext cx="2065104" cy="7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6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415650" y="555375"/>
            <a:ext cx="9490200" cy="5977200"/>
          </a:xfrm>
          <a:prstGeom prst="roundRect">
            <a:avLst>
              <a:gd name="adj" fmla="val 8857"/>
            </a:avLst>
          </a:prstGeom>
          <a:solidFill>
            <a:srgbClr val="000000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anchers"/>
              <a:buNone/>
              <a:defRPr sz="3700">
                <a:solidFill>
                  <a:schemeClr val="dk1"/>
                </a:solidFill>
                <a:latin typeface="Ranchers"/>
                <a:ea typeface="Ranchers"/>
                <a:cs typeface="Ranchers"/>
                <a:sym typeface="Rancher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anchers"/>
              <a:buNone/>
              <a:defRPr sz="3700">
                <a:solidFill>
                  <a:schemeClr val="dk1"/>
                </a:solidFill>
                <a:latin typeface="Ranchers"/>
                <a:ea typeface="Ranchers"/>
                <a:cs typeface="Ranchers"/>
                <a:sym typeface="Rancher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anchers"/>
              <a:buNone/>
              <a:defRPr sz="3700">
                <a:solidFill>
                  <a:schemeClr val="dk1"/>
                </a:solidFill>
                <a:latin typeface="Ranchers"/>
                <a:ea typeface="Ranchers"/>
                <a:cs typeface="Ranchers"/>
                <a:sym typeface="Rancher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anchers"/>
              <a:buNone/>
              <a:defRPr sz="3700">
                <a:solidFill>
                  <a:schemeClr val="dk1"/>
                </a:solidFill>
                <a:latin typeface="Ranchers"/>
                <a:ea typeface="Ranchers"/>
                <a:cs typeface="Ranchers"/>
                <a:sym typeface="Rancher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anchers"/>
              <a:buNone/>
              <a:defRPr sz="3700">
                <a:solidFill>
                  <a:schemeClr val="dk1"/>
                </a:solidFill>
                <a:latin typeface="Ranchers"/>
                <a:ea typeface="Ranchers"/>
                <a:cs typeface="Ranchers"/>
                <a:sym typeface="Rancher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anchers"/>
              <a:buNone/>
              <a:defRPr sz="3700">
                <a:solidFill>
                  <a:schemeClr val="dk1"/>
                </a:solidFill>
                <a:latin typeface="Ranchers"/>
                <a:ea typeface="Ranchers"/>
                <a:cs typeface="Ranchers"/>
                <a:sym typeface="Rancher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anchers"/>
              <a:buNone/>
              <a:defRPr sz="3700">
                <a:solidFill>
                  <a:schemeClr val="dk1"/>
                </a:solidFill>
                <a:latin typeface="Ranchers"/>
                <a:ea typeface="Ranchers"/>
                <a:cs typeface="Ranchers"/>
                <a:sym typeface="Rancher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anchers"/>
              <a:buNone/>
              <a:defRPr sz="3700">
                <a:solidFill>
                  <a:schemeClr val="dk1"/>
                </a:solidFill>
                <a:latin typeface="Ranchers"/>
                <a:ea typeface="Ranchers"/>
                <a:cs typeface="Ranchers"/>
                <a:sym typeface="Rancher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anchers"/>
              <a:buNone/>
              <a:defRPr sz="3700">
                <a:solidFill>
                  <a:schemeClr val="dk1"/>
                </a:solidFill>
                <a:latin typeface="Ranchers"/>
                <a:ea typeface="Ranchers"/>
                <a:cs typeface="Ranchers"/>
                <a:sym typeface="Rancher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15650" y="1509658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chi Hand"/>
              <a:buChar char="●"/>
              <a:defRPr sz="2400">
                <a:solidFill>
                  <a:schemeClr val="dk1"/>
                </a:solidFill>
                <a:latin typeface="Gochi Hand"/>
                <a:ea typeface="Gochi Hand"/>
                <a:cs typeface="Gochi Hand"/>
                <a:sym typeface="Gochi Hand"/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ochi Hand"/>
              <a:buChar char="○"/>
              <a:defRPr sz="1900">
                <a:solidFill>
                  <a:schemeClr val="dk1"/>
                </a:solidFill>
                <a:latin typeface="Gochi Hand"/>
                <a:ea typeface="Gochi Hand"/>
                <a:cs typeface="Gochi Hand"/>
                <a:sym typeface="Gochi Hand"/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ochi Hand"/>
              <a:buChar char="■"/>
              <a:defRPr sz="1900">
                <a:solidFill>
                  <a:schemeClr val="dk1"/>
                </a:solidFill>
                <a:latin typeface="Gochi Hand"/>
                <a:ea typeface="Gochi Hand"/>
                <a:cs typeface="Gochi Hand"/>
                <a:sym typeface="Gochi Hand"/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ochi Hand"/>
              <a:buChar char="●"/>
              <a:defRPr sz="1900">
                <a:solidFill>
                  <a:schemeClr val="dk1"/>
                </a:solidFill>
                <a:latin typeface="Gochi Hand"/>
                <a:ea typeface="Gochi Hand"/>
                <a:cs typeface="Gochi Hand"/>
                <a:sym typeface="Gochi Hand"/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ochi Hand"/>
              <a:buChar char="○"/>
              <a:defRPr sz="1900">
                <a:solidFill>
                  <a:schemeClr val="dk1"/>
                </a:solidFill>
                <a:latin typeface="Gochi Hand"/>
                <a:ea typeface="Gochi Hand"/>
                <a:cs typeface="Gochi Hand"/>
                <a:sym typeface="Gochi Hand"/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ochi Hand"/>
              <a:buChar char="■"/>
              <a:defRPr sz="1900">
                <a:solidFill>
                  <a:schemeClr val="dk1"/>
                </a:solidFill>
                <a:latin typeface="Gochi Hand"/>
                <a:ea typeface="Gochi Hand"/>
                <a:cs typeface="Gochi Hand"/>
                <a:sym typeface="Gochi Hand"/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ochi Hand"/>
              <a:buChar char="●"/>
              <a:defRPr sz="1900">
                <a:solidFill>
                  <a:schemeClr val="dk1"/>
                </a:solidFill>
                <a:latin typeface="Gochi Hand"/>
                <a:ea typeface="Gochi Hand"/>
                <a:cs typeface="Gochi Hand"/>
                <a:sym typeface="Gochi Hand"/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ochi Hand"/>
              <a:buChar char="○"/>
              <a:defRPr sz="1900">
                <a:solidFill>
                  <a:schemeClr val="dk1"/>
                </a:solidFill>
                <a:latin typeface="Gochi Hand"/>
                <a:ea typeface="Gochi Hand"/>
                <a:cs typeface="Gochi Hand"/>
                <a:sym typeface="Gochi Hand"/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Font typeface="Gochi Hand"/>
              <a:buChar char="■"/>
              <a:defRPr sz="1900">
                <a:solidFill>
                  <a:schemeClr val="dk1"/>
                </a:solidFill>
                <a:latin typeface="Gochi Hand"/>
                <a:ea typeface="Gochi Hand"/>
                <a:cs typeface="Gochi Hand"/>
                <a:sym typeface="Gochi Hand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Relationship Id="rId9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4.xml"/><Relationship Id="rId11" Type="http://schemas.openxmlformats.org/officeDocument/2006/relationships/image" Target="../media/image6.png"/><Relationship Id="rId5" Type="http://schemas.openxmlformats.org/officeDocument/2006/relationships/slide" Target="slide7.xml"/><Relationship Id="rId10" Type="http://schemas.openxmlformats.org/officeDocument/2006/relationships/image" Target="../media/image5.jpeg"/><Relationship Id="rId4" Type="http://schemas.openxmlformats.org/officeDocument/2006/relationships/slide" Target="slide5.xml"/><Relationship Id="rId9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10" Type="http://schemas.openxmlformats.org/officeDocument/2006/relationships/image" Target="../media/image9.png"/><Relationship Id="rId4" Type="http://schemas.openxmlformats.org/officeDocument/2006/relationships/slide" Target="slide5.xml"/><Relationship Id="rId9" Type="http://schemas.openxmlformats.org/officeDocument/2006/relationships/image" Target="../media/image8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4.xml"/><Relationship Id="rId11" Type="http://schemas.openxmlformats.org/officeDocument/2006/relationships/image" Target="../media/image12.png"/><Relationship Id="rId5" Type="http://schemas.openxmlformats.org/officeDocument/2006/relationships/slide" Target="slide7.xml"/><Relationship Id="rId10" Type="http://schemas.openxmlformats.org/officeDocument/2006/relationships/image" Target="../media/image11.png"/><Relationship Id="rId4" Type="http://schemas.openxmlformats.org/officeDocument/2006/relationships/slide" Target="slide5.xml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10" Type="http://schemas.openxmlformats.org/officeDocument/2006/relationships/image" Target="../media/image14.png"/><Relationship Id="rId4" Type="http://schemas.openxmlformats.org/officeDocument/2006/relationships/slide" Target="slide5.xml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10" Type="http://schemas.openxmlformats.org/officeDocument/2006/relationships/image" Target="../media/image12.png"/><Relationship Id="rId4" Type="http://schemas.openxmlformats.org/officeDocument/2006/relationships/slide" Target="slide5.xml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10" Type="http://schemas.openxmlformats.org/officeDocument/2006/relationships/image" Target="../media/image16.png"/><Relationship Id="rId4" Type="http://schemas.openxmlformats.org/officeDocument/2006/relationships/slide" Target="slide5.xml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0"/>
          <p:cNvSpPr txBox="1"/>
          <p:nvPr/>
        </p:nvSpPr>
        <p:spPr>
          <a:xfrm>
            <a:off x="1398375" y="524375"/>
            <a:ext cx="18681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dlee"/>
              <a:ea typeface="Handlee"/>
              <a:cs typeface="Handlee"/>
              <a:sym typeface="Handlee"/>
            </a:endParaRPr>
          </a:p>
        </p:txBody>
      </p:sp>
      <p:sp>
        <p:nvSpPr>
          <p:cNvPr id="784" name="Google Shape;784;p10"/>
          <p:cNvSpPr/>
          <p:nvPr/>
        </p:nvSpPr>
        <p:spPr>
          <a:xfrm>
            <a:off x="3782131" y="2207700"/>
            <a:ext cx="957949" cy="138425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accent1"/>
              </a:solidFill>
              <a:latin typeface="Ranchers"/>
            </a:endParaRPr>
          </a:p>
        </p:txBody>
      </p:sp>
      <p:sp>
        <p:nvSpPr>
          <p:cNvPr id="785" name="Google Shape;785;p10"/>
          <p:cNvSpPr/>
          <p:nvPr/>
        </p:nvSpPr>
        <p:spPr>
          <a:xfrm>
            <a:off x="4802606" y="2236500"/>
            <a:ext cx="915154" cy="136614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accent2"/>
              </a:solidFill>
              <a:latin typeface="Ranchers"/>
            </a:endParaRPr>
          </a:p>
        </p:txBody>
      </p:sp>
      <p:sp>
        <p:nvSpPr>
          <p:cNvPr id="786" name="Google Shape;786;p10"/>
          <p:cNvSpPr/>
          <p:nvPr/>
        </p:nvSpPr>
        <p:spPr>
          <a:xfrm>
            <a:off x="5842143" y="2236500"/>
            <a:ext cx="925030" cy="136614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accent3"/>
              </a:solidFill>
              <a:latin typeface="Ranchers"/>
            </a:endParaRPr>
          </a:p>
        </p:txBody>
      </p:sp>
      <p:sp>
        <p:nvSpPr>
          <p:cNvPr id="787" name="Google Shape;787;p10"/>
          <p:cNvSpPr/>
          <p:nvPr/>
        </p:nvSpPr>
        <p:spPr>
          <a:xfrm>
            <a:off x="4535968" y="3763475"/>
            <a:ext cx="1334874" cy="13463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accent4"/>
              </a:solidFill>
              <a:latin typeface="Ranchers"/>
            </a:endParaRPr>
          </a:p>
        </p:txBody>
      </p:sp>
      <p:sp>
        <p:nvSpPr>
          <p:cNvPr id="788" name="Google Shape;788;p10"/>
          <p:cNvSpPr/>
          <p:nvPr/>
        </p:nvSpPr>
        <p:spPr>
          <a:xfrm>
            <a:off x="5943556" y="3763475"/>
            <a:ext cx="609005" cy="135627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accent5"/>
              </a:solidFill>
              <a:latin typeface="Ranchers"/>
            </a:endParaRPr>
          </a:p>
        </p:txBody>
      </p:sp>
      <p:sp>
        <p:nvSpPr>
          <p:cNvPr id="790" name="Google Shape;790;p10"/>
          <p:cNvSpPr/>
          <p:nvPr/>
        </p:nvSpPr>
        <p:spPr>
          <a:xfrm>
            <a:off x="7441356" y="3760175"/>
            <a:ext cx="911862" cy="134804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Ranchers"/>
            </a:endParaRPr>
          </a:p>
        </p:txBody>
      </p:sp>
      <p:sp>
        <p:nvSpPr>
          <p:cNvPr id="792" name="Google Shape;792;p10">
            <a:hlinkClick r:id="rId3" action="ppaction://hlinksldjump"/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0">
            <a:hlinkClick r:id="rId4" action="ppaction://hlinksldjump"/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10">
            <a:hlinkClick r:id="rId5" action="ppaction://hlinksldjump"/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10">
            <a:hlinkClick r:id="rId6" action="ppaction://hlinksldjump"/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10">
            <a:hlinkClick r:id="rId7" action="ppaction://hlinksldjump"/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0">
            <a:hlinkClick r:id="rId8" action="ppaction://hlinksldjump"/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DC47150-BA8B-B355-DB2A-844BCF515376}"/>
              </a:ext>
            </a:extLst>
          </p:cNvPr>
          <p:cNvSpPr txBox="1"/>
          <p:nvPr/>
        </p:nvSpPr>
        <p:spPr>
          <a:xfrm>
            <a:off x="2222558" y="2568065"/>
            <a:ext cx="6452393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8800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تركيبة الدّم</a:t>
            </a:r>
            <a:endParaRPr lang="fr-FR" sz="8800" dirty="0">
              <a:solidFill>
                <a:srgbClr val="EE000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1">
            <a:hlinkClick r:id="rId3" action="ppaction://hlinksldjump"/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9" name="Google Shape;829;p11">
            <a:hlinkClick r:id="rId4" action="ppaction://hlinksldjump"/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1">
            <a:hlinkClick r:id="rId5" action="ppaction://hlinksldjump"/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1">
            <a:hlinkClick r:id="rId6" action="ppaction://hlinksldjump"/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11">
            <a:hlinkClick r:id="rId7" action="ppaction://hlinksldjump"/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11">
            <a:hlinkClick r:id="rId8" action="ppaction://hlinksldjump"/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B7BB594-0F7B-04E9-A9C4-DD5A0DF235D5}"/>
              </a:ext>
            </a:extLst>
          </p:cNvPr>
          <p:cNvSpPr txBox="1"/>
          <p:nvPr/>
        </p:nvSpPr>
        <p:spPr>
          <a:xfrm>
            <a:off x="245537" y="1166416"/>
            <a:ext cx="94662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جسمك يقوم برحلتين للدم في نفس الوقت! نسميهما الدورة الدموية "الصغرى" و"الكبرى". ما الفرق بينهما؟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7F0ADA1-BCF7-1D85-E7FD-990E6DC641B8}"/>
              </a:ext>
            </a:extLst>
          </p:cNvPr>
          <p:cNvSpPr txBox="1"/>
          <p:nvPr/>
        </p:nvSpPr>
        <p:spPr>
          <a:xfrm>
            <a:off x="3921369" y="2220520"/>
            <a:ext cx="57903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الرحلة القصيرة (الدورة الدمويّة الصغرى): </a:t>
            </a:r>
          </a:p>
          <a:p>
            <a:pPr algn="just" rtl="1"/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هذه هي "محطة التنقية". يذهب الدم من القلب ⬅️ إلى الرئتين (ليأخذ الأكسجين النظيف ويتخلص من ثاني أكسيد الكربون) ⬅️ ثم يعود إلى القلب.</a:t>
            </a:r>
            <a:endParaRPr lang="fr-FR" sz="2400" b="1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2D42B03-87F2-7777-D959-521FB79E6837}"/>
              </a:ext>
            </a:extLst>
          </p:cNvPr>
          <p:cNvSpPr txBox="1"/>
          <p:nvPr/>
        </p:nvSpPr>
        <p:spPr>
          <a:xfrm>
            <a:off x="3675185" y="4201715"/>
            <a:ext cx="60963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الرحلة الطويلة (الدورة الدمويّة الكبرى): </a:t>
            </a:r>
          </a:p>
          <a:p>
            <a:pPr algn="just" rtl="1"/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هذه هي "جولة التوزيع". يضخ القلب الدم النظيف (المحمّل بالأكسجين) ⬅️ إلى كل أنحاء الجسم (لتغذية العضلات والدماغ وكل خلية) ⬅️ ثم يعود الدم "المستعمل" إلى القلب لتبدأ الرحلة القصيرة من جديد.</a:t>
            </a:r>
            <a:endParaRPr lang="fr-FR" sz="2400" b="1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3A0A5DA4-2496-A711-030B-553C5CEDF8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059" y="2120523"/>
            <a:ext cx="2519053" cy="42116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>
          <a:extLst>
            <a:ext uri="{FF2B5EF4-FFF2-40B4-BE49-F238E27FC236}">
              <a16:creationId xmlns:a16="http://schemas.microsoft.com/office/drawing/2014/main" id="{21F4B9F5-D9F0-6705-81AE-847D8425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1">
            <a:hlinkClick r:id="rId3" action="ppaction://hlinksldjump"/>
            <a:extLst>
              <a:ext uri="{FF2B5EF4-FFF2-40B4-BE49-F238E27FC236}">
                <a16:creationId xmlns:a16="http://schemas.microsoft.com/office/drawing/2014/main" id="{714F964D-F516-A394-E675-BDF8B01EDD56}"/>
              </a:ext>
            </a:extLst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9" name="Google Shape;829;p11">
            <a:hlinkClick r:id="rId4" action="ppaction://hlinksldjump"/>
            <a:extLst>
              <a:ext uri="{FF2B5EF4-FFF2-40B4-BE49-F238E27FC236}">
                <a16:creationId xmlns:a16="http://schemas.microsoft.com/office/drawing/2014/main" id="{4C6E7D1B-BBC2-51AA-5434-BBB373950E97}"/>
              </a:ext>
            </a:extLst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1">
            <a:hlinkClick r:id="rId5" action="ppaction://hlinksldjump"/>
            <a:extLst>
              <a:ext uri="{FF2B5EF4-FFF2-40B4-BE49-F238E27FC236}">
                <a16:creationId xmlns:a16="http://schemas.microsoft.com/office/drawing/2014/main" id="{A7B8A64E-55F0-7442-19B9-624A60C046EF}"/>
              </a:ext>
            </a:extLst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1">
            <a:hlinkClick r:id="rId6" action="ppaction://hlinksldjump"/>
            <a:extLst>
              <a:ext uri="{FF2B5EF4-FFF2-40B4-BE49-F238E27FC236}">
                <a16:creationId xmlns:a16="http://schemas.microsoft.com/office/drawing/2014/main" id="{5BBAC26A-34B1-4CF2-E602-8223CBAD9DE7}"/>
              </a:ext>
            </a:extLst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11">
            <a:hlinkClick r:id="rId7" action="ppaction://hlinksldjump"/>
            <a:extLst>
              <a:ext uri="{FF2B5EF4-FFF2-40B4-BE49-F238E27FC236}">
                <a16:creationId xmlns:a16="http://schemas.microsoft.com/office/drawing/2014/main" id="{0FCE039D-870C-2410-27DA-03805DA97E8C}"/>
              </a:ext>
            </a:extLst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11">
            <a:hlinkClick r:id="rId8" action="ppaction://hlinksldjump"/>
            <a:extLst>
              <a:ext uri="{FF2B5EF4-FFF2-40B4-BE49-F238E27FC236}">
                <a16:creationId xmlns:a16="http://schemas.microsoft.com/office/drawing/2014/main" id="{DA487E78-807C-EE35-637C-20617DA763B5}"/>
              </a:ext>
            </a:extLst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4333ACF-D059-66DA-9032-A70E95743E98}"/>
              </a:ext>
            </a:extLst>
          </p:cNvPr>
          <p:cNvSpPr txBox="1"/>
          <p:nvPr/>
        </p:nvSpPr>
        <p:spPr>
          <a:xfrm>
            <a:off x="245537" y="1124213"/>
            <a:ext cx="94662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كيف يعمل "فريق الأكسجين" في جسمك؟</a:t>
            </a:r>
            <a:endParaRPr lang="fr-FR" sz="2800" b="1" dirty="0">
              <a:solidFill>
                <a:srgbClr val="0070C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  <a:p>
            <a:pPr algn="r" rtl="1"/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هل يعمل جهازك الدوري (القلب) وجهازك الرئوي (الرئتان) معاً؟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5B9E39-C54D-F614-89D4-4E0EF7D498DB}"/>
              </a:ext>
            </a:extLst>
          </p:cNvPr>
          <p:cNvSpPr txBox="1"/>
          <p:nvPr/>
        </p:nvSpPr>
        <p:spPr>
          <a:xfrm>
            <a:off x="7693270" y="2257874"/>
            <a:ext cx="1983329" cy="42473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ar-TN" sz="1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1. العودة إلى القلب (الدم "المستعمل")</a:t>
            </a:r>
          </a:p>
          <a:p>
            <a:pPr algn="r" rtl="1"/>
            <a:r>
              <a:rPr lang="ar-TN" sz="1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يعود الدم بدون أكسجين (لونه أزرق داكن) من جميع أنحاء الجسم.</a:t>
            </a:r>
          </a:p>
          <a:p>
            <a:pPr algn="r" rtl="1"/>
            <a:r>
              <a:rPr lang="ar-TN" sz="1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يدخل هذا الدم أولاً إلى الأذين الأيمن فكّر فيه "كغرفة استقبال" للدم العائد.</a:t>
            </a:r>
          </a:p>
          <a:p>
            <a:pPr algn="r" rtl="1"/>
            <a:r>
              <a:rPr lang="ar-TN" sz="1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من الأذين الأيمن، يُفتح صمام وينزل الدم إلى البطين الأيمن.</a:t>
            </a:r>
            <a:endParaRPr lang="fr-FR" sz="1800" b="1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2E5A8A-B897-2C93-5979-FC54D853992E}"/>
              </a:ext>
            </a:extLst>
          </p:cNvPr>
          <p:cNvSpPr txBox="1"/>
          <p:nvPr/>
        </p:nvSpPr>
        <p:spPr>
          <a:xfrm>
            <a:off x="5978768" y="2257874"/>
            <a:ext cx="1615023" cy="42473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ar-TN" sz="1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2. الانطلاق إلى "محطة التنقية" (الرئتان)</a:t>
            </a:r>
          </a:p>
          <a:p>
            <a:pPr algn="r" rtl="1"/>
            <a:r>
              <a:rPr lang="ar-TN" sz="1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البطين الأيمن هو "المضخة" القوية.</a:t>
            </a:r>
          </a:p>
          <a:p>
            <a:pPr algn="r" rtl="1"/>
            <a:r>
              <a:rPr lang="ar-TN" sz="1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عندما ينبض القلب، يضخ البطين الأيمن هذا الدم "الأزرق" بقوة عبر الشريان الرئوي إلى الرئتين.</a:t>
            </a:r>
            <a:endParaRPr lang="fr-FR" sz="1800" b="1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58C3915-61C7-3268-CD1F-7C73E91449AA}"/>
              </a:ext>
            </a:extLst>
          </p:cNvPr>
          <p:cNvSpPr txBox="1"/>
          <p:nvPr/>
        </p:nvSpPr>
        <p:spPr>
          <a:xfrm>
            <a:off x="4106347" y="2257873"/>
            <a:ext cx="1764323" cy="42473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ar-TN" sz="1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3. "شحن" الأكسجين في الرئتين</a:t>
            </a:r>
          </a:p>
          <a:p>
            <a:pPr algn="r" rtl="1"/>
            <a:r>
              <a:rPr lang="ar-TN" sz="1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في الرئتين، يتخلص الدم من "النفايات" (ثاني أكسيد الكربون) ويلتقط "الشحنة" الجديدة: الأكسجين النقي من الهواء الذي </a:t>
            </a:r>
            <a:r>
              <a:rPr lang="ar-TN" sz="1800" b="1" dirty="0" err="1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تتنفسه</a:t>
            </a:r>
            <a:r>
              <a:rPr lang="ar-TN" sz="1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(شهيق).</a:t>
            </a:r>
          </a:p>
          <a:p>
            <a:pPr algn="r" rtl="1"/>
            <a:r>
              <a:rPr lang="ar-TN" sz="1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*يتحول لون الدم الآن إلى أحمر فاتح.</a:t>
            </a:r>
            <a:endParaRPr lang="fr-FR" sz="1800" b="1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BF1A5F8-65C6-61C6-EC5A-88CDB06830D7}"/>
              </a:ext>
            </a:extLst>
          </p:cNvPr>
          <p:cNvSpPr txBox="1"/>
          <p:nvPr/>
        </p:nvSpPr>
        <p:spPr>
          <a:xfrm>
            <a:off x="2225134" y="2257873"/>
            <a:ext cx="1764323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ar-TN" sz="1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4. العودة إلى القلب.</a:t>
            </a:r>
          </a:p>
          <a:p>
            <a:pPr algn="r" rtl="1"/>
            <a:r>
              <a:rPr lang="ar-TN" sz="1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يعود الدم النظيف والمحمّل بالأكسجين من الرئتين.</a:t>
            </a:r>
          </a:p>
          <a:p>
            <a:pPr algn="r" rtl="1"/>
            <a:r>
              <a:rPr lang="ar-TN" sz="1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يدخل هذه المرة إلى "غرفة الاستقبال" الثانية: الأذين الأيسر * من الأذين الأيسر، يُفتح صمام وينزل الدم إلى البطين الأيسر.</a:t>
            </a:r>
            <a:endParaRPr lang="fr-FR" sz="1800" b="1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E610AF6-CD5F-8C2F-F638-FD4022795D78}"/>
              </a:ext>
            </a:extLst>
          </p:cNvPr>
          <p:cNvSpPr txBox="1"/>
          <p:nvPr/>
        </p:nvSpPr>
        <p:spPr>
          <a:xfrm>
            <a:off x="288238" y="2257873"/>
            <a:ext cx="1845701" cy="42473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ar-TN" sz="1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5. الانطلاق إلى "جولة التوزيع" (الجسم)</a:t>
            </a:r>
          </a:p>
          <a:p>
            <a:pPr algn="r" rtl="1"/>
            <a:r>
              <a:rPr lang="ar-TN" sz="1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البطين الأيسر هو أقوى غرفة في القلب!</a:t>
            </a:r>
          </a:p>
          <a:p>
            <a:pPr algn="r" rtl="1"/>
            <a:r>
              <a:rPr lang="ar-TN" sz="1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عندما ينبض القلب، يضخ البطين الأيسر هذا الدم "الأحمر" النظيف بقوة هائلة إلى كل خلية في جسمك، من رأسك حتى أصابع قدميك.</a:t>
            </a:r>
            <a:endParaRPr lang="fr-FR" sz="1800" b="1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9624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>
          <a:extLst>
            <a:ext uri="{FF2B5EF4-FFF2-40B4-BE49-F238E27FC236}">
              <a16:creationId xmlns:a16="http://schemas.microsoft.com/office/drawing/2014/main" id="{5B2E9234-D5B1-97D3-3295-EBB6428E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1">
            <a:hlinkClick r:id="rId3" action="ppaction://hlinksldjump"/>
            <a:extLst>
              <a:ext uri="{FF2B5EF4-FFF2-40B4-BE49-F238E27FC236}">
                <a16:creationId xmlns:a16="http://schemas.microsoft.com/office/drawing/2014/main" id="{183D56C2-4E9E-F5D9-1FD0-41AFCEF04CD7}"/>
              </a:ext>
            </a:extLst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9" name="Google Shape;829;p11">
            <a:hlinkClick r:id="rId4" action="ppaction://hlinksldjump"/>
            <a:extLst>
              <a:ext uri="{FF2B5EF4-FFF2-40B4-BE49-F238E27FC236}">
                <a16:creationId xmlns:a16="http://schemas.microsoft.com/office/drawing/2014/main" id="{9E20C175-8293-B03F-D3EC-128A3F25F4FB}"/>
              </a:ext>
            </a:extLst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1">
            <a:hlinkClick r:id="rId5" action="ppaction://hlinksldjump"/>
            <a:extLst>
              <a:ext uri="{FF2B5EF4-FFF2-40B4-BE49-F238E27FC236}">
                <a16:creationId xmlns:a16="http://schemas.microsoft.com/office/drawing/2014/main" id="{77BDA182-B5AD-238A-3B77-0BA39128521D}"/>
              </a:ext>
            </a:extLst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1">
            <a:hlinkClick r:id="rId6" action="ppaction://hlinksldjump"/>
            <a:extLst>
              <a:ext uri="{FF2B5EF4-FFF2-40B4-BE49-F238E27FC236}">
                <a16:creationId xmlns:a16="http://schemas.microsoft.com/office/drawing/2014/main" id="{E92EDB12-7528-D0E3-069A-AABDE864D8B3}"/>
              </a:ext>
            </a:extLst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11">
            <a:hlinkClick r:id="rId7" action="ppaction://hlinksldjump"/>
            <a:extLst>
              <a:ext uri="{FF2B5EF4-FFF2-40B4-BE49-F238E27FC236}">
                <a16:creationId xmlns:a16="http://schemas.microsoft.com/office/drawing/2014/main" id="{77DABC66-6297-4C02-482B-DC6C22487235}"/>
              </a:ext>
            </a:extLst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11">
            <a:hlinkClick r:id="rId8" action="ppaction://hlinksldjump"/>
            <a:extLst>
              <a:ext uri="{FF2B5EF4-FFF2-40B4-BE49-F238E27FC236}">
                <a16:creationId xmlns:a16="http://schemas.microsoft.com/office/drawing/2014/main" id="{63E4170A-4A5F-7747-A3FE-83654D1D9068}"/>
              </a:ext>
            </a:extLst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216A405-A72D-D430-9B46-12C71A464B20}"/>
              </a:ext>
            </a:extLst>
          </p:cNvPr>
          <p:cNvSpPr txBox="1"/>
          <p:nvPr/>
        </p:nvSpPr>
        <p:spPr>
          <a:xfrm>
            <a:off x="245537" y="1124213"/>
            <a:ext cx="94662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ما الفرق بين "طريق الذهاب" و"طريق العودة" للدم؟</a:t>
            </a:r>
          </a:p>
          <a:p>
            <a:pPr algn="r" rtl="1"/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السؤال: ما هو الفرق الرئيسي بين الشريان والوريد؟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9BBD933-FFA1-C707-8ABB-B6F83E8CA7B4}"/>
              </a:ext>
            </a:extLst>
          </p:cNvPr>
          <p:cNvSpPr txBox="1"/>
          <p:nvPr/>
        </p:nvSpPr>
        <p:spPr>
          <a:xfrm>
            <a:off x="305295" y="5166842"/>
            <a:ext cx="94662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معلومة إضافية مهمة:</a:t>
            </a:r>
          </a:p>
          <a:p>
            <a:pPr algn="r" rtl="1"/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الشرايين تنتهي بشعيرات دموية دقيقة جداً (لتسليم الأكسجين)، ومن هذه الشعيرات تبدأ الأوردة رحلة العودة.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5834CE9-25D2-8AF3-4B1C-1A2105C9A528}"/>
              </a:ext>
            </a:extLst>
          </p:cNvPr>
          <p:cNvSpPr txBox="1"/>
          <p:nvPr/>
        </p:nvSpPr>
        <p:spPr>
          <a:xfrm>
            <a:off x="3722417" y="2028810"/>
            <a:ext cx="61106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تخيلهما كشوارع باتجاه واحد: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DEA21D3-967F-4A51-37EF-0A156D809839}"/>
              </a:ext>
            </a:extLst>
          </p:cNvPr>
          <p:cNvSpPr txBox="1"/>
          <p:nvPr/>
        </p:nvSpPr>
        <p:spPr>
          <a:xfrm>
            <a:off x="366840" y="2492308"/>
            <a:ext cx="94662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الشريان : هو "طريق الذهاب" بعيداً عن القلب. </a:t>
            </a: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الشرايين تأخذ الدم المحمل بالأكسجين من القلب وتوزعه على الجسم.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(تذكّر: شريان مثل شارع يخرج من المدينة/القلب).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4B30CA5-686A-AE45-73FC-63A17173D98B}"/>
              </a:ext>
            </a:extLst>
          </p:cNvPr>
          <p:cNvSpPr txBox="1"/>
          <p:nvPr/>
        </p:nvSpPr>
        <p:spPr>
          <a:xfrm>
            <a:off x="305295" y="3825926"/>
            <a:ext cx="949700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الوريد: هو "طريق العودة" عائداً إلى القلب.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الأوردة تجمع الدم المحمل بثاني أكسيد الكربون) من الجسم وتعيده إلى القلب. (تذكّر: وريد مثل وارد أي قادم إلى القلب).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541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6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2">
            <a:hlinkClick r:id="rId3" action="ppaction://hlinksldjump"/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12">
            <a:hlinkClick r:id="rId4" action="ppaction://hlinksldjump"/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12">
            <a:hlinkClick r:id="rId5" action="ppaction://hlinksldjump"/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12">
            <a:hlinkClick r:id="rId6" action="ppaction://hlinksldjump"/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12">
            <a:hlinkClick r:id="rId7" action="ppaction://hlinksldjump"/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12">
            <a:hlinkClick r:id="rId8" action="ppaction://hlinksldjump"/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1FF8DA7-4270-BD56-22A3-A3D55C0B8537}"/>
              </a:ext>
            </a:extLst>
          </p:cNvPr>
          <p:cNvSpPr txBox="1"/>
          <p:nvPr/>
        </p:nvSpPr>
        <p:spPr>
          <a:xfrm>
            <a:off x="342899" y="1189925"/>
            <a:ext cx="9275885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رافقتُ أبي إلى بنك الدم ليتبرع بدمه لفائدة قريبة له... كنتُ مندهشاً وأنا أرى دمه الأحمر يسيل في أنبوب شفاف، ويملأ كيساً خاصاً. </a:t>
            </a:r>
          </a:p>
          <a:p>
            <a:pPr algn="just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بدا الدم وكأنه سائل أحمر عادي، مثل عصير الفراولة!"</a:t>
            </a:r>
          </a:p>
          <a:p>
            <a:pPr algn="just" rtl="1">
              <a:lnSpc>
                <a:spcPct val="150000"/>
              </a:lnSpc>
            </a:pPr>
            <a:r>
              <a:rPr lang="ar-TN" sz="24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هل تعتقدون أن الدم في هذا الكيس هو مجرد سائل أحمر بسيط؟"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BC3B333-63A0-D95B-4456-2A73FF9F9792}"/>
              </a:ext>
            </a:extLst>
          </p:cNvPr>
          <p:cNvSpPr txBox="1"/>
          <p:nvPr/>
        </p:nvSpPr>
        <p:spPr>
          <a:xfrm>
            <a:off x="419269" y="3312500"/>
            <a:ext cx="9275885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"عندما نجرح، الدم لا يخرج فقط، بل يتوقف عن النزيف بعد فترة! وعندما نمرض، يقول الطبيب إن دمنا "يحارب" المرض. </a:t>
            </a:r>
          </a:p>
          <a:p>
            <a:pPr marL="0" marR="0" lvl="0" indent="0" algn="just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400" b="1" i="0" u="none" strike="noStrike" kern="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كيف يمكن لسائل أحمر بسيط أن يفعل كل هذا؟""</a:t>
            </a:r>
          </a:p>
          <a:p>
            <a:pPr marL="0" marR="0" lvl="0" indent="0" algn="just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400" b="1" i="0" u="none" strike="noStrike" kern="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ما هي الأسرار التي يخفيها هذا السائل الأحمر؟</a:t>
            </a:r>
          </a:p>
          <a:p>
            <a:pPr marL="0" marR="0" lvl="0" indent="0" algn="just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400" b="1" i="0" u="none" strike="noStrike" kern="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يا تُرى، مم يتكون الدم حقاً؟"</a:t>
            </a:r>
            <a:endParaRPr kumimoji="0" lang="fr-FR" sz="2400" b="1" i="0" u="none" strike="noStrike" kern="0" cap="none" spc="0" normalizeH="0" baseline="0" noProof="0" dirty="0">
              <a:ln>
                <a:noFill/>
              </a:ln>
              <a:solidFill>
                <a:srgbClr val="EE0000"/>
              </a:solidFill>
              <a:effectLst/>
              <a:uLnTx/>
              <a:uFillTx/>
              <a:latin typeface="Kufyan Arabic Black" panose="02000500000000000000" pitchFamily="2" charset="-78"/>
              <a:cs typeface="Kufyan Arabic Black" panose="02000500000000000000" pitchFamily="2" charset="-78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>
          <a:extLst>
            <a:ext uri="{FF2B5EF4-FFF2-40B4-BE49-F238E27FC236}">
              <a16:creationId xmlns:a16="http://schemas.microsoft.com/office/drawing/2014/main" id="{1AD5129B-0255-DFD9-2001-B54D459DE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2">
            <a:hlinkClick r:id="rId3" action="ppaction://hlinksldjump"/>
            <a:extLst>
              <a:ext uri="{FF2B5EF4-FFF2-40B4-BE49-F238E27FC236}">
                <a16:creationId xmlns:a16="http://schemas.microsoft.com/office/drawing/2014/main" id="{63269C4A-B9EF-C85D-7E16-03C4AFBEB24D}"/>
              </a:ext>
            </a:extLst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12">
            <a:hlinkClick r:id="rId4" action="ppaction://hlinksldjump"/>
            <a:extLst>
              <a:ext uri="{FF2B5EF4-FFF2-40B4-BE49-F238E27FC236}">
                <a16:creationId xmlns:a16="http://schemas.microsoft.com/office/drawing/2014/main" id="{EE02AB3A-636C-2594-C20F-AA2DF1A9CFE2}"/>
              </a:ext>
            </a:extLst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12">
            <a:hlinkClick r:id="rId5" action="ppaction://hlinksldjump"/>
            <a:extLst>
              <a:ext uri="{FF2B5EF4-FFF2-40B4-BE49-F238E27FC236}">
                <a16:creationId xmlns:a16="http://schemas.microsoft.com/office/drawing/2014/main" id="{C1CDBD58-ACD8-0795-40A3-A98DA1870124}"/>
              </a:ext>
            </a:extLst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12">
            <a:hlinkClick r:id="rId6" action="ppaction://hlinksldjump"/>
            <a:extLst>
              <a:ext uri="{FF2B5EF4-FFF2-40B4-BE49-F238E27FC236}">
                <a16:creationId xmlns:a16="http://schemas.microsoft.com/office/drawing/2014/main" id="{8A9151CB-4ED1-B727-8590-D827084A4993}"/>
              </a:ext>
            </a:extLst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12">
            <a:hlinkClick r:id="rId7" action="ppaction://hlinksldjump"/>
            <a:extLst>
              <a:ext uri="{FF2B5EF4-FFF2-40B4-BE49-F238E27FC236}">
                <a16:creationId xmlns:a16="http://schemas.microsoft.com/office/drawing/2014/main" id="{529ED8C1-28D8-04C1-88AE-AECBDC5570C8}"/>
              </a:ext>
            </a:extLst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12">
            <a:hlinkClick r:id="rId8" action="ppaction://hlinksldjump"/>
            <a:extLst>
              <a:ext uri="{FF2B5EF4-FFF2-40B4-BE49-F238E27FC236}">
                <a16:creationId xmlns:a16="http://schemas.microsoft.com/office/drawing/2014/main" id="{0A66D095-D16E-21EC-A487-ED80235EA410}"/>
              </a:ext>
            </a:extLst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5465618-AF43-4DFD-D7A7-7236C0882B5E}"/>
              </a:ext>
            </a:extLst>
          </p:cNvPr>
          <p:cNvSpPr txBox="1"/>
          <p:nvPr/>
        </p:nvSpPr>
        <p:spPr>
          <a:xfrm>
            <a:off x="312291" y="1420758"/>
            <a:ext cx="9372600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التصورات و الفرضيات: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الدم هو ماء، وأضيفت إليه صبغة حمراء لتعطيه هذا اللون.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عندما نجرح، الدم يجف بسرعة في الهواء، ولهذا يتوقف.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يوجد في الدم 'دواء' طبيعي (مثل الذي نشربه) يقتل الجراثيم عندما نمرض.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الدم هو 'خليط' وليس شيئاً واحداً. فيه ماء، وفيه أشياء أخرى تسبح فيه.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توجد 'جنود' صغيرة جداً أو 'مخلوقات' في الدم تهاجم الميكروبات.</a:t>
            </a:r>
            <a:endParaRPr lang="fr-FR" sz="2400" b="1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55045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3">
            <a:hlinkClick r:id="rId3" action="ppaction://hlinksldjump"/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13">
            <a:hlinkClick r:id="rId4" action="ppaction://hlinksldjump"/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3">
            <a:hlinkClick r:id="rId5" action="ppaction://hlinksldjump"/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3">
            <a:hlinkClick r:id="rId6" action="ppaction://hlinksldjump"/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3">
            <a:hlinkClick r:id="rId7" action="ppaction://hlinksldjump"/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3">
            <a:hlinkClick r:id="rId8" action="ppaction://hlinksldjump"/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9C1C528-F9EB-00F6-502F-0525EF6622F7}"/>
              </a:ext>
            </a:extLst>
          </p:cNvPr>
          <p:cNvSpPr txBox="1"/>
          <p:nvPr/>
        </p:nvSpPr>
        <p:spPr>
          <a:xfrm>
            <a:off x="4223648" y="1155269"/>
            <a:ext cx="5147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التجربة 1 :</a:t>
            </a:r>
            <a:endParaRPr lang="fr-FR" sz="2800" b="1" dirty="0">
              <a:solidFill>
                <a:srgbClr val="0070C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7AEF1D8-3ECD-0EB7-33BF-D84041B08A60}"/>
              </a:ext>
            </a:extLst>
          </p:cNvPr>
          <p:cNvSpPr txBox="1"/>
          <p:nvPr/>
        </p:nvSpPr>
        <p:spPr>
          <a:xfrm>
            <a:off x="313268" y="1664635"/>
            <a:ext cx="92578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أمامك قطرة دم على صفيحة زجاجية. استخدم حواسك (البصر، الشم، وحركة الصفيحة) للإجابة عن الأسئلة التالية في 'بطاقة الملاحظة' الخاصة بك:</a:t>
            </a:r>
          </a:p>
          <a:p>
            <a:pPr algn="r" rtl="1"/>
            <a:r>
              <a:rPr lang="ar-TN" sz="24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اللون: 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انظر جيداً إلى قطرة الدم. ما هو لونها؟</a:t>
            </a:r>
          </a:p>
          <a:p>
            <a:pPr algn="r" rtl="1"/>
            <a:r>
              <a:rPr lang="ar-TN" sz="24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القوام (اللزوجة): 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قم بإمالة الصفيحة بلطف شديد. كيف يتحرك الدم؟ </a:t>
            </a:r>
          </a:p>
          <a:p>
            <a:pPr algn="r" rtl="1"/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هل ينساب بسرعة مثل الماء، أم يتحرك ببطء وكأنه "ثقيل". </a:t>
            </a:r>
          </a:p>
          <a:p>
            <a:pPr algn="r" rtl="1"/>
            <a:r>
              <a:rPr lang="ar-TN" sz="24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* الرائحة: 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قرّب أنفك قليلاً من الصفيحة. هل له رائحة؟ </a:t>
            </a:r>
            <a:endParaRPr lang="fr-FR" sz="2400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27F81A52-B99F-650F-C2D9-44C1BE78C8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173F53C-C906-C53E-9ADB-EDDB9F68841A}"/>
              </a:ext>
            </a:extLst>
          </p:cNvPr>
          <p:cNvSpPr txBox="1"/>
          <p:nvPr/>
        </p:nvSpPr>
        <p:spPr>
          <a:xfrm>
            <a:off x="5855299" y="3958233"/>
            <a:ext cx="38661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8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الدم هو </a:t>
            </a:r>
            <a:r>
              <a:rPr kumimoji="0" lang="ar-TN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سائل أحمر، </a:t>
            </a:r>
          </a:p>
          <a:p>
            <a:pPr algn="r" rtl="1"/>
            <a:r>
              <a:rPr kumimoji="0" lang="ar-TN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وهو لزج (أثقل من الماء)، </a:t>
            </a:r>
          </a:p>
          <a:p>
            <a:pPr algn="r" rtl="1"/>
            <a:r>
              <a:rPr kumimoji="0" lang="ar-TN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وله رائحة خاصة (معدنية).</a:t>
            </a:r>
            <a:endParaRPr lang="fr-FR" sz="1600" dirty="0">
              <a:solidFill>
                <a:srgbClr val="0000FF"/>
              </a:solidFill>
            </a:endParaRPr>
          </a:p>
        </p:txBody>
      </p:sp>
      <p:pic>
        <p:nvPicPr>
          <p:cNvPr id="2052" name="Picture 4" descr="270+ Blood Slide Stock Photos, Pictures &amp; Royalty-Free Images - iStock">
            <a:extLst>
              <a:ext uri="{FF2B5EF4-FFF2-40B4-BE49-F238E27FC236}">
                <a16:creationId xmlns:a16="http://schemas.microsoft.com/office/drawing/2014/main" id="{1CCFB444-B146-6EC7-8636-83CA045DC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23" y="3972958"/>
            <a:ext cx="5145786" cy="24190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DD7D0D2A-B33D-CAD3-99AD-A44973A1ADDF}"/>
              </a:ext>
            </a:extLst>
          </p:cNvPr>
          <p:cNvSpPr txBox="1"/>
          <p:nvPr/>
        </p:nvSpPr>
        <p:spPr>
          <a:xfrm>
            <a:off x="5855299" y="5316852"/>
            <a:ext cx="38661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2800" dirty="0">
                <a:solidFill>
                  <a:srgbClr val="FF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يحتوي جسم الإنسان البالغ على 4 – 6 لتر من الدم</a:t>
            </a:r>
            <a:endParaRPr lang="fr-FR" sz="16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>
          <a:extLst>
            <a:ext uri="{FF2B5EF4-FFF2-40B4-BE49-F238E27FC236}">
              <a16:creationId xmlns:a16="http://schemas.microsoft.com/office/drawing/2014/main" id="{0A20445F-3F20-71FE-127F-E05BE0DB2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3">
            <a:hlinkClick r:id="rId3" action="ppaction://hlinksldjump"/>
            <a:extLst>
              <a:ext uri="{FF2B5EF4-FFF2-40B4-BE49-F238E27FC236}">
                <a16:creationId xmlns:a16="http://schemas.microsoft.com/office/drawing/2014/main" id="{EF3B78E6-0AB0-9F34-5D35-4B3C3937F566}"/>
              </a:ext>
            </a:extLst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13">
            <a:hlinkClick r:id="rId4" action="ppaction://hlinksldjump"/>
            <a:extLst>
              <a:ext uri="{FF2B5EF4-FFF2-40B4-BE49-F238E27FC236}">
                <a16:creationId xmlns:a16="http://schemas.microsoft.com/office/drawing/2014/main" id="{62E48F6C-9AC8-64B9-AD03-3E43A2169D72}"/>
              </a:ext>
            </a:extLst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3">
            <a:hlinkClick r:id="rId5" action="ppaction://hlinksldjump"/>
            <a:extLst>
              <a:ext uri="{FF2B5EF4-FFF2-40B4-BE49-F238E27FC236}">
                <a16:creationId xmlns:a16="http://schemas.microsoft.com/office/drawing/2014/main" id="{EB839111-EF82-08D8-D307-4D1881B7AE89}"/>
              </a:ext>
            </a:extLst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3">
            <a:hlinkClick r:id="rId6" action="ppaction://hlinksldjump"/>
            <a:extLst>
              <a:ext uri="{FF2B5EF4-FFF2-40B4-BE49-F238E27FC236}">
                <a16:creationId xmlns:a16="http://schemas.microsoft.com/office/drawing/2014/main" id="{2A9864AE-9D1C-D0A9-671B-4D3281CDB15F}"/>
              </a:ext>
            </a:extLst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3">
            <a:hlinkClick r:id="rId7" action="ppaction://hlinksldjump"/>
            <a:extLst>
              <a:ext uri="{FF2B5EF4-FFF2-40B4-BE49-F238E27FC236}">
                <a16:creationId xmlns:a16="http://schemas.microsoft.com/office/drawing/2014/main" id="{693DC9FE-0781-CD65-1794-602EB94A3E6F}"/>
              </a:ext>
            </a:extLst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3">
            <a:hlinkClick r:id="rId8" action="ppaction://hlinksldjump"/>
            <a:extLst>
              <a:ext uri="{FF2B5EF4-FFF2-40B4-BE49-F238E27FC236}">
                <a16:creationId xmlns:a16="http://schemas.microsoft.com/office/drawing/2014/main" id="{17E0E1CA-81B1-0657-EE94-9F7FBDB80663}"/>
              </a:ext>
            </a:extLst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20148B-17C8-10CF-FF50-04681E522EDB}"/>
              </a:ext>
            </a:extLst>
          </p:cNvPr>
          <p:cNvSpPr txBox="1"/>
          <p:nvPr/>
        </p:nvSpPr>
        <p:spPr>
          <a:xfrm>
            <a:off x="4424010" y="1120263"/>
            <a:ext cx="5147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التجربة 2 :</a:t>
            </a:r>
            <a:endParaRPr lang="fr-FR" sz="2800" b="1" dirty="0">
              <a:solidFill>
                <a:srgbClr val="0070C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D45C394-5B3F-B2DA-4EDD-CAD5CCD685EE}"/>
              </a:ext>
            </a:extLst>
          </p:cNvPr>
          <p:cNvSpPr txBox="1"/>
          <p:nvPr/>
        </p:nvSpPr>
        <p:spPr>
          <a:xfrm>
            <a:off x="313268" y="1636100"/>
            <a:ext cx="92578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لدينا أنبوبان:</a:t>
            </a:r>
          </a:p>
          <a:p>
            <a:pPr algn="r" rtl="1"/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أنبوب 1: يحتوي على دم طازج.</a:t>
            </a:r>
          </a:p>
          <a:p>
            <a:pPr algn="r" rtl="1"/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أنبوب 2: هو نفس الدم، لكننا تركناه في الهواء الطلق لمدة 30 دقيقة.</a:t>
            </a:r>
          </a:p>
          <a:p>
            <a:pPr algn="r" rtl="1"/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لاحظ الفرق جيداً واملأ 'بطاقة المقارنة' لتكتشف ماذا حدث."</a:t>
            </a:r>
            <a:endParaRPr lang="fr-FR" sz="2400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A84CB0BC-7682-1948-7FDD-B6F6BC7436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074" name="Picture 2" descr="New Blood Test Simplifies the Diagnosis of Allergies and Can Help Predict  the Success of Immunotherapy - SnackSafely.com">
            <a:extLst>
              <a:ext uri="{FF2B5EF4-FFF2-40B4-BE49-F238E27FC236}">
                <a16:creationId xmlns:a16="http://schemas.microsoft.com/office/drawing/2014/main" id="{E1DEEA4D-33D9-912D-84BF-71D0C6452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4477" y="3236842"/>
            <a:ext cx="1798764" cy="30978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A centrifuged blood sample in a test tube - Stock Image - M530/0322 -  Science Photo Library">
            <a:extLst>
              <a:ext uri="{FF2B5EF4-FFF2-40B4-BE49-F238E27FC236}">
                <a16:creationId xmlns:a16="http://schemas.microsoft.com/office/drawing/2014/main" id="{D5AF72AD-E33B-A85C-D22F-2A009D54E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71" y="3236842"/>
            <a:ext cx="1872964" cy="30978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 descr="Une image contenant logo, Graphique, cercl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C7799FB-A3DE-B71A-407B-1631EF45FC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8399" y="5688401"/>
            <a:ext cx="566049" cy="566049"/>
          </a:xfrm>
          <a:prstGeom prst="rect">
            <a:avLst/>
          </a:prstGeom>
        </p:spPr>
      </p:pic>
      <p:pic>
        <p:nvPicPr>
          <p:cNvPr id="8" name="Image 7" descr="Une image contenant Graphique, cercle, conception&#10;&#10;Le contenu généré par l’IA peut être incorrect.">
            <a:extLst>
              <a:ext uri="{FF2B5EF4-FFF2-40B4-BE49-F238E27FC236}">
                <a16:creationId xmlns:a16="http://schemas.microsoft.com/office/drawing/2014/main" id="{BD7B6138-28B8-E078-448B-19FE70F77C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9558" y="5688400"/>
            <a:ext cx="566050" cy="566050"/>
          </a:xfrm>
          <a:prstGeom prst="rect">
            <a:avLst/>
          </a:prstGeom>
        </p:spPr>
      </p:pic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3C696328-FA04-3ADD-14A9-B86D8A52F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215423"/>
              </p:ext>
            </p:extLst>
          </p:nvPr>
        </p:nvGraphicFramePr>
        <p:xfrm>
          <a:off x="378070" y="3244550"/>
          <a:ext cx="5145159" cy="30284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5665">
                  <a:extLst>
                    <a:ext uri="{9D8B030D-6E8A-4147-A177-3AD203B41FA5}">
                      <a16:colId xmlns:a16="http://schemas.microsoft.com/office/drawing/2014/main" val="3521300074"/>
                    </a:ext>
                  </a:extLst>
                </a:gridCol>
                <a:gridCol w="1637276">
                  <a:extLst>
                    <a:ext uri="{9D8B030D-6E8A-4147-A177-3AD203B41FA5}">
                      <a16:colId xmlns:a16="http://schemas.microsoft.com/office/drawing/2014/main" val="1432341663"/>
                    </a:ext>
                  </a:extLst>
                </a:gridCol>
                <a:gridCol w="1002218">
                  <a:extLst>
                    <a:ext uri="{9D8B030D-6E8A-4147-A177-3AD203B41FA5}">
                      <a16:colId xmlns:a16="http://schemas.microsoft.com/office/drawing/2014/main" val="3435491203"/>
                    </a:ext>
                  </a:extLst>
                </a:gridCol>
              </a:tblGrid>
              <a:tr h="354623">
                <a:tc>
                  <a:txBody>
                    <a:bodyPr/>
                    <a:lstStyle/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الأنبوب 2</a:t>
                      </a:r>
                      <a:endParaRPr lang="fr-FR" sz="20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الأنبوب 1</a:t>
                      </a:r>
                      <a:endParaRPr lang="fr-FR" sz="20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المقارنة</a:t>
                      </a:r>
                      <a:endParaRPr lang="fr-FR" sz="20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871801"/>
                  </a:ext>
                </a:extLst>
              </a:tr>
              <a:tr h="711955">
                <a:tc>
                  <a:txBody>
                    <a:bodyPr/>
                    <a:lstStyle/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...............................</a:t>
                      </a:r>
                    </a:p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...............................</a:t>
                      </a:r>
                      <a:endParaRPr lang="fr-FR" sz="20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...................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الحالة</a:t>
                      </a:r>
                      <a:endParaRPr lang="fr-FR" sz="20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005458"/>
                  </a:ext>
                </a:extLst>
              </a:tr>
              <a:tr h="1076946">
                <a:tc>
                  <a:txBody>
                    <a:bodyPr/>
                    <a:lstStyle/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................................</a:t>
                      </a:r>
                    </a:p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................................</a:t>
                      </a:r>
                    </a:p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................................</a:t>
                      </a:r>
                    </a:p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................................</a:t>
                      </a:r>
                    </a:p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................................</a:t>
                      </a:r>
                    </a:p>
                    <a:p>
                      <a:pPr algn="ctr" rtl="1"/>
                      <a:endParaRPr lang="fr-FR" sz="20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..........................................</a:t>
                      </a:r>
                      <a:endParaRPr lang="fr-FR" sz="20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0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المظهر</a:t>
                      </a:r>
                      <a:endParaRPr lang="fr-FR" sz="20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8796681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E9304894-A06F-D19F-965A-E7F46711CB8B}"/>
              </a:ext>
            </a:extLst>
          </p:cNvPr>
          <p:cNvSpPr/>
          <p:nvPr/>
        </p:nvSpPr>
        <p:spPr>
          <a:xfrm>
            <a:off x="2982483" y="3663650"/>
            <a:ext cx="1477107" cy="570769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AF5511-D00B-C853-4241-3AF5DE534CA9}"/>
              </a:ext>
            </a:extLst>
          </p:cNvPr>
          <p:cNvSpPr/>
          <p:nvPr/>
        </p:nvSpPr>
        <p:spPr>
          <a:xfrm>
            <a:off x="562708" y="4489241"/>
            <a:ext cx="2194705" cy="141919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A18BCF-CB02-732D-A924-B9A3124C2952}"/>
              </a:ext>
            </a:extLst>
          </p:cNvPr>
          <p:cNvSpPr txBox="1"/>
          <p:nvPr/>
        </p:nvSpPr>
        <p:spPr>
          <a:xfrm>
            <a:off x="3263421" y="3759373"/>
            <a:ext cx="9152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سائل </a:t>
            </a:r>
            <a:endParaRPr lang="fr-FR" dirty="0">
              <a:solidFill>
                <a:srgbClr val="0000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783DC2-4E3B-773E-7019-23485059CDB4}"/>
              </a:ext>
            </a:extLst>
          </p:cNvPr>
          <p:cNvSpPr/>
          <p:nvPr/>
        </p:nvSpPr>
        <p:spPr>
          <a:xfrm>
            <a:off x="478276" y="3664206"/>
            <a:ext cx="2360066" cy="570769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4493D52-EFA7-AF38-5C66-A42708877C87}"/>
              </a:ext>
            </a:extLst>
          </p:cNvPr>
          <p:cNvSpPr txBox="1"/>
          <p:nvPr/>
        </p:nvSpPr>
        <p:spPr>
          <a:xfrm>
            <a:off x="850504" y="3607832"/>
            <a:ext cx="1659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24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جزء سائل</a:t>
            </a:r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</a:t>
            </a:r>
            <a:endParaRPr lang="fr-FR" dirty="0">
              <a:solidFill>
                <a:srgbClr val="0000FF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11628AC-E596-D06A-D4B6-CC1963EEE2DE}"/>
              </a:ext>
            </a:extLst>
          </p:cNvPr>
          <p:cNvSpPr txBox="1"/>
          <p:nvPr/>
        </p:nvSpPr>
        <p:spPr>
          <a:xfrm>
            <a:off x="880844" y="3949034"/>
            <a:ext cx="1659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24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جزء صلب</a:t>
            </a:r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</a:t>
            </a:r>
            <a:endParaRPr lang="fr-FR" dirty="0">
              <a:solidFill>
                <a:srgbClr val="0000FF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2427F97-8F19-A281-6030-8E848DDFA32A}"/>
              </a:ext>
            </a:extLst>
          </p:cNvPr>
          <p:cNvSpPr txBox="1"/>
          <p:nvPr/>
        </p:nvSpPr>
        <p:spPr>
          <a:xfrm>
            <a:off x="467357" y="4344101"/>
            <a:ext cx="24198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24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طبقة علوية: 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سائل أصفر شفاف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D802ED2-5DDE-09FF-47C8-44A747522639}"/>
              </a:ext>
            </a:extLst>
          </p:cNvPr>
          <p:cNvSpPr txBox="1"/>
          <p:nvPr/>
        </p:nvSpPr>
        <p:spPr>
          <a:xfrm>
            <a:off x="532708" y="5142891"/>
            <a:ext cx="23882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24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طبقة سفلية: 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كتلة حمراء داكنة ومتكتّلة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59E766-D8E1-9368-9674-FDC46D402E5D}"/>
              </a:ext>
            </a:extLst>
          </p:cNvPr>
          <p:cNvSpPr/>
          <p:nvPr/>
        </p:nvSpPr>
        <p:spPr>
          <a:xfrm>
            <a:off x="2982483" y="5007534"/>
            <a:ext cx="1450142" cy="570769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144D246-996B-8457-0431-93A918709D4E}"/>
              </a:ext>
            </a:extLst>
          </p:cNvPr>
          <p:cNvSpPr txBox="1"/>
          <p:nvPr/>
        </p:nvSpPr>
        <p:spPr>
          <a:xfrm>
            <a:off x="2868315" y="4877419"/>
            <a:ext cx="16595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24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لون واحد أحمر داكن</a:t>
            </a:r>
            <a:endParaRPr lang="fr-FR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86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13" grpId="0"/>
      <p:bldP spid="22" grpId="0" animBg="1"/>
      <p:bldP spid="14" grpId="0"/>
      <p:bldP spid="15" grpId="0"/>
      <p:bldP spid="19" grpId="0"/>
      <p:bldP spid="21" grpId="0"/>
      <p:bldP spid="23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>
          <a:extLst>
            <a:ext uri="{FF2B5EF4-FFF2-40B4-BE49-F238E27FC236}">
              <a16:creationId xmlns:a16="http://schemas.microsoft.com/office/drawing/2014/main" id="{E24628B1-3E61-17B9-13DA-A24FF6FF2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3">
            <a:hlinkClick r:id="rId3" action="ppaction://hlinksldjump"/>
            <a:extLst>
              <a:ext uri="{FF2B5EF4-FFF2-40B4-BE49-F238E27FC236}">
                <a16:creationId xmlns:a16="http://schemas.microsoft.com/office/drawing/2014/main" id="{8462962E-BD3F-B835-C548-44505A2EE598}"/>
              </a:ext>
            </a:extLst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13">
            <a:hlinkClick r:id="rId4" action="ppaction://hlinksldjump"/>
            <a:extLst>
              <a:ext uri="{FF2B5EF4-FFF2-40B4-BE49-F238E27FC236}">
                <a16:creationId xmlns:a16="http://schemas.microsoft.com/office/drawing/2014/main" id="{C75E9B26-642D-CE52-7B36-D9388C769B88}"/>
              </a:ext>
            </a:extLst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3">
            <a:hlinkClick r:id="rId5" action="ppaction://hlinksldjump"/>
            <a:extLst>
              <a:ext uri="{FF2B5EF4-FFF2-40B4-BE49-F238E27FC236}">
                <a16:creationId xmlns:a16="http://schemas.microsoft.com/office/drawing/2014/main" id="{29880A56-F82B-0F1C-2896-45886BE976FF}"/>
              </a:ext>
            </a:extLst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3">
            <a:hlinkClick r:id="rId6" action="ppaction://hlinksldjump"/>
            <a:extLst>
              <a:ext uri="{FF2B5EF4-FFF2-40B4-BE49-F238E27FC236}">
                <a16:creationId xmlns:a16="http://schemas.microsoft.com/office/drawing/2014/main" id="{51A9FBEB-8E50-E189-0697-1D49C736F9DA}"/>
              </a:ext>
            </a:extLst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3">
            <a:hlinkClick r:id="rId7" action="ppaction://hlinksldjump"/>
            <a:extLst>
              <a:ext uri="{FF2B5EF4-FFF2-40B4-BE49-F238E27FC236}">
                <a16:creationId xmlns:a16="http://schemas.microsoft.com/office/drawing/2014/main" id="{3F9293B1-3DE8-9E2E-551B-E69EAD89CF4B}"/>
              </a:ext>
            </a:extLst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3">
            <a:hlinkClick r:id="rId8" action="ppaction://hlinksldjump"/>
            <a:extLst>
              <a:ext uri="{FF2B5EF4-FFF2-40B4-BE49-F238E27FC236}">
                <a16:creationId xmlns:a16="http://schemas.microsoft.com/office/drawing/2014/main" id="{C9271320-C62D-552B-AFA2-679B7D6C78D8}"/>
              </a:ext>
            </a:extLst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4EAD8D4-43A6-24F1-3F33-F67989087150}"/>
              </a:ext>
            </a:extLst>
          </p:cNvPr>
          <p:cNvSpPr txBox="1"/>
          <p:nvPr/>
        </p:nvSpPr>
        <p:spPr>
          <a:xfrm>
            <a:off x="5476620" y="1217846"/>
            <a:ext cx="4094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التجربة 2 :</a:t>
            </a:r>
            <a:endParaRPr lang="fr-FR" sz="2800" b="1" dirty="0">
              <a:solidFill>
                <a:srgbClr val="0070C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pic>
        <p:nvPicPr>
          <p:cNvPr id="4098" name="Picture 2" descr="Anatomy Clipart - blood_812 - Classroom Clipart">
            <a:extLst>
              <a:ext uri="{FF2B5EF4-FFF2-40B4-BE49-F238E27FC236}">
                <a16:creationId xmlns:a16="http://schemas.microsoft.com/office/drawing/2014/main" id="{51617390-E558-C3BF-DA54-FED4A033A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620" y="1741066"/>
            <a:ext cx="4094544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42C1CE-65A7-4AD3-4929-7582360081D9}"/>
              </a:ext>
            </a:extLst>
          </p:cNvPr>
          <p:cNvSpPr/>
          <p:nvPr/>
        </p:nvSpPr>
        <p:spPr>
          <a:xfrm>
            <a:off x="7869115" y="3138854"/>
            <a:ext cx="1116623" cy="165295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E39B7-1129-F594-E4A4-551A4A8DC152}"/>
              </a:ext>
            </a:extLst>
          </p:cNvPr>
          <p:cNvSpPr/>
          <p:nvPr/>
        </p:nvSpPr>
        <p:spPr>
          <a:xfrm>
            <a:off x="6997587" y="5685378"/>
            <a:ext cx="1116623" cy="25822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E87F8C7-A950-5329-C117-5BB042FCE9CC}"/>
              </a:ext>
            </a:extLst>
          </p:cNvPr>
          <p:cNvSpPr txBox="1"/>
          <p:nvPr/>
        </p:nvSpPr>
        <p:spPr>
          <a:xfrm>
            <a:off x="378094" y="1768921"/>
            <a:ext cx="4898165" cy="3916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الدم انقسم لجزأين:</a:t>
            </a:r>
            <a:endParaRPr lang="fr-FR" sz="2800" b="1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السائل الأصفر الشفاف يسمّى: </a:t>
            </a:r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المَصْلُ.</a:t>
            </a:r>
            <a:endParaRPr lang="fr-FR" sz="2800" b="1" dirty="0">
              <a:solidFill>
                <a:srgbClr val="0000FF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الكتلة الحمراء الصلبة تسمّى: </a:t>
            </a:r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العَلَقَةُ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(وهي الدم المتخثر أو المتجلّط)"</a:t>
            </a:r>
            <a:endParaRPr lang="fr-FR" sz="2800" b="1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A05913A7-0658-C526-6300-2099AEA6B817}"/>
              </a:ext>
            </a:extLst>
          </p:cNvPr>
          <p:cNvCxnSpPr>
            <a:cxnSpLocks/>
          </p:cNvCxnSpPr>
          <p:nvPr/>
        </p:nvCxnSpPr>
        <p:spPr>
          <a:xfrm>
            <a:off x="6380199" y="2997520"/>
            <a:ext cx="627066" cy="431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5A8CA025-062D-09D6-42CF-1AC58AD327E1}"/>
              </a:ext>
            </a:extLst>
          </p:cNvPr>
          <p:cNvSpPr txBox="1"/>
          <p:nvPr/>
        </p:nvSpPr>
        <p:spPr>
          <a:xfrm>
            <a:off x="5508942" y="2474300"/>
            <a:ext cx="12704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المَصْلُ</a:t>
            </a:r>
            <a:endParaRPr lang="fr-FR" dirty="0"/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DB84F7CD-0F0E-8B18-8507-148FE9355823}"/>
              </a:ext>
            </a:extLst>
          </p:cNvPr>
          <p:cNvCxnSpPr>
            <a:cxnSpLocks/>
          </p:cNvCxnSpPr>
          <p:nvPr/>
        </p:nvCxnSpPr>
        <p:spPr>
          <a:xfrm flipH="1">
            <a:off x="7974623" y="4256570"/>
            <a:ext cx="440090" cy="3418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615D078A-F4D3-772D-C841-A8FC7C3A5714}"/>
              </a:ext>
            </a:extLst>
          </p:cNvPr>
          <p:cNvSpPr txBox="1"/>
          <p:nvPr/>
        </p:nvSpPr>
        <p:spPr>
          <a:xfrm>
            <a:off x="8237744" y="3903784"/>
            <a:ext cx="12378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العَلَقَةُ</a:t>
            </a:r>
            <a:endParaRPr lang="fr-FR" dirty="0"/>
          </a:p>
        </p:txBody>
      </p:sp>
      <p:pic>
        <p:nvPicPr>
          <p:cNvPr id="38" name="Image 37" descr="Une image contenant bouteille, Solution&#10;&#10;Le contenu généré par l’IA peut être incorrect.">
            <a:extLst>
              <a:ext uri="{FF2B5EF4-FFF2-40B4-BE49-F238E27FC236}">
                <a16:creationId xmlns:a16="http://schemas.microsoft.com/office/drawing/2014/main" id="{7F6F48E7-4664-4441-FA56-E2699E7E55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1858946"/>
            <a:ext cx="2889738" cy="388120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CEB5F8E-E6A8-C12B-D981-8CE8B087CFC4}"/>
              </a:ext>
            </a:extLst>
          </p:cNvPr>
          <p:cNvSpPr txBox="1"/>
          <p:nvPr/>
        </p:nvSpPr>
        <p:spPr>
          <a:xfrm>
            <a:off x="6598034" y="5991180"/>
            <a:ext cx="1942199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دم مت</a:t>
            </a:r>
            <a:r>
              <a:rPr lang="ar-TN" sz="3200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خثّر</a:t>
            </a:r>
            <a:endParaRPr lang="fr-FR" sz="1800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01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>
          <a:extLst>
            <a:ext uri="{FF2B5EF4-FFF2-40B4-BE49-F238E27FC236}">
              <a16:creationId xmlns:a16="http://schemas.microsoft.com/office/drawing/2014/main" id="{45B3E1A1-60F9-D588-3F3D-C6F9F1635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3">
            <a:hlinkClick r:id="rId3" action="ppaction://hlinksldjump"/>
            <a:extLst>
              <a:ext uri="{FF2B5EF4-FFF2-40B4-BE49-F238E27FC236}">
                <a16:creationId xmlns:a16="http://schemas.microsoft.com/office/drawing/2014/main" id="{7B064366-5F76-BABB-5892-0AC3E1D3DEAF}"/>
              </a:ext>
            </a:extLst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13">
            <a:hlinkClick r:id="rId4" action="ppaction://hlinksldjump"/>
            <a:extLst>
              <a:ext uri="{FF2B5EF4-FFF2-40B4-BE49-F238E27FC236}">
                <a16:creationId xmlns:a16="http://schemas.microsoft.com/office/drawing/2014/main" id="{1D8EAFA2-A412-66CD-1FA3-EE4D4764FA77}"/>
              </a:ext>
            </a:extLst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3">
            <a:hlinkClick r:id="rId5" action="ppaction://hlinksldjump"/>
            <a:extLst>
              <a:ext uri="{FF2B5EF4-FFF2-40B4-BE49-F238E27FC236}">
                <a16:creationId xmlns:a16="http://schemas.microsoft.com/office/drawing/2014/main" id="{9BF4400E-004B-266C-2BBD-5BEB039E76EF}"/>
              </a:ext>
            </a:extLst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3">
            <a:hlinkClick r:id="rId6" action="ppaction://hlinksldjump"/>
            <a:extLst>
              <a:ext uri="{FF2B5EF4-FFF2-40B4-BE49-F238E27FC236}">
                <a16:creationId xmlns:a16="http://schemas.microsoft.com/office/drawing/2014/main" id="{48F2C0B5-2484-078A-B601-85366CD4F74C}"/>
              </a:ext>
            </a:extLst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3">
            <a:hlinkClick r:id="rId7" action="ppaction://hlinksldjump"/>
            <a:extLst>
              <a:ext uri="{FF2B5EF4-FFF2-40B4-BE49-F238E27FC236}">
                <a16:creationId xmlns:a16="http://schemas.microsoft.com/office/drawing/2014/main" id="{04545073-232A-A3C3-9CE2-D45CF918D765}"/>
              </a:ext>
            </a:extLst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3">
            <a:hlinkClick r:id="rId8" action="ppaction://hlinksldjump"/>
            <a:extLst>
              <a:ext uri="{FF2B5EF4-FFF2-40B4-BE49-F238E27FC236}">
                <a16:creationId xmlns:a16="http://schemas.microsoft.com/office/drawing/2014/main" id="{E50D6136-3EAA-762A-EA2F-FF9AD009C1B8}"/>
              </a:ext>
            </a:extLst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0D1B8A1-BFA9-39DA-B32B-60DA9459EBC2}"/>
              </a:ext>
            </a:extLst>
          </p:cNvPr>
          <p:cNvSpPr txBox="1"/>
          <p:nvPr/>
        </p:nvSpPr>
        <p:spPr>
          <a:xfrm>
            <a:off x="4424010" y="1120263"/>
            <a:ext cx="5147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التجربة </a:t>
            </a:r>
            <a:r>
              <a:rPr lang="fr-FR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3</a:t>
            </a:r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:</a:t>
            </a:r>
            <a:endParaRPr lang="fr-FR" sz="2800" b="1" dirty="0">
              <a:solidFill>
                <a:srgbClr val="0070C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F8EEA0E-7936-4279-D766-BC9E45ADFA8F}"/>
              </a:ext>
            </a:extLst>
          </p:cNvPr>
          <p:cNvSpPr txBox="1"/>
          <p:nvPr/>
        </p:nvSpPr>
        <p:spPr>
          <a:xfrm>
            <a:off x="313268" y="1583348"/>
            <a:ext cx="92578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نضيف إلى الدم الطازج قطرة من "</a:t>
            </a:r>
            <a:r>
              <a:rPr lang="ar-TN" sz="24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مانع التخثر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" لذلك لن يتجلط الدم.</a:t>
            </a:r>
          </a:p>
          <a:p>
            <a:pPr algn="r" rtl="1"/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نترك الأنبوب ثابتاً لمدة 24 ساعة أو نستخدم جهاز "الطرد المركزي" لندوره بسرعة كبيرة. الدم الآن لن يتجلط، بل "سيستقر" أو "</a:t>
            </a:r>
            <a:r>
              <a:rPr lang="ar-TN" sz="24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يترسب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". </a:t>
            </a:r>
          </a:p>
          <a:p>
            <a:pPr algn="r" rtl="1"/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لاحظ الأنبوب الأيسر (النتيجة) واملأ "بطاقة الاكتشاف" الخاصة بك.</a:t>
            </a:r>
            <a:endParaRPr lang="fr-FR" sz="2400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689C8DE8-E493-A220-511E-92CAAAE529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" name="Image 2" descr="Une image contenant cylindre, plastique, bouteille, rouge&#10;&#10;Le contenu généré par l’IA peut être incorrect.">
            <a:extLst>
              <a:ext uri="{FF2B5EF4-FFF2-40B4-BE49-F238E27FC236}">
                <a16:creationId xmlns:a16="http://schemas.microsoft.com/office/drawing/2014/main" id="{E8E64B86-3668-3C0B-9757-EE6C8BAF8B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6269" y="3153008"/>
            <a:ext cx="779869" cy="3423638"/>
          </a:xfrm>
          <a:prstGeom prst="rect">
            <a:avLst/>
          </a:prstGeom>
        </p:spPr>
      </p:pic>
      <p:pic>
        <p:nvPicPr>
          <p:cNvPr id="18" name="Image 17" descr="Une image contenant cercle, léger, capture d’écran, Symétrie&#10;&#10;Le contenu généré par l’IA peut être incorrect.">
            <a:extLst>
              <a:ext uri="{FF2B5EF4-FFF2-40B4-BE49-F238E27FC236}">
                <a16:creationId xmlns:a16="http://schemas.microsoft.com/office/drawing/2014/main" id="{F82959A6-C020-DE99-DE0D-92CD37388D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7948" y="4150700"/>
            <a:ext cx="1676400" cy="1671638"/>
          </a:xfrm>
          <a:prstGeom prst="rect">
            <a:avLst/>
          </a:prstGeom>
        </p:spPr>
      </p:pic>
      <p:pic>
        <p:nvPicPr>
          <p:cNvPr id="25" name="Image 24" descr="Une image contenant cylindre, plastique, bouteille&#10;&#10;Le contenu généré par l’IA peut être incorrect.">
            <a:extLst>
              <a:ext uri="{FF2B5EF4-FFF2-40B4-BE49-F238E27FC236}">
                <a16:creationId xmlns:a16="http://schemas.microsoft.com/office/drawing/2014/main" id="{7C0342C6-ECAF-27E4-E3A9-E98BEDB488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6297" y="3153008"/>
            <a:ext cx="681651" cy="3450057"/>
          </a:xfrm>
          <a:prstGeom prst="rect">
            <a:avLst/>
          </a:prstGeom>
        </p:spPr>
      </p:pic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84543451-FF38-787A-2868-527B34D14492}"/>
              </a:ext>
            </a:extLst>
          </p:cNvPr>
          <p:cNvCxnSpPr/>
          <p:nvPr/>
        </p:nvCxnSpPr>
        <p:spPr>
          <a:xfrm flipH="1">
            <a:off x="7618983" y="6017060"/>
            <a:ext cx="12573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EE829AF3-1858-6144-E1BA-96071D299943}"/>
              </a:ext>
            </a:extLst>
          </p:cNvPr>
          <p:cNvSpPr txBox="1"/>
          <p:nvPr/>
        </p:nvSpPr>
        <p:spPr>
          <a:xfrm>
            <a:off x="871679" y="3128092"/>
            <a:ext cx="5663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كم عدد الطبقات التي تراها الآن في الأنبوب؟</a:t>
            </a:r>
            <a:endParaRPr lang="fr-FR" dirty="0">
              <a:solidFill>
                <a:srgbClr val="FF00FF"/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8CEC833-5363-3F98-4565-FB87AB8AB55D}"/>
              </a:ext>
            </a:extLst>
          </p:cNvPr>
          <p:cNvSpPr txBox="1"/>
          <p:nvPr/>
        </p:nvSpPr>
        <p:spPr>
          <a:xfrm>
            <a:off x="845302" y="3536987"/>
            <a:ext cx="5663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3 طبقات.</a:t>
            </a:r>
            <a:endParaRPr lang="fr-FR" dirty="0">
              <a:solidFill>
                <a:srgbClr val="0000FF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878DD5C-56D0-2659-BE50-316B94D855CC}"/>
              </a:ext>
            </a:extLst>
          </p:cNvPr>
          <p:cNvSpPr txBox="1"/>
          <p:nvPr/>
        </p:nvSpPr>
        <p:spPr>
          <a:xfrm>
            <a:off x="3059719" y="3977333"/>
            <a:ext cx="3722415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r" rtl="1"/>
            <a:r>
              <a:rPr lang="ar-TN" sz="24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الطبقة العلوية:</a:t>
            </a:r>
          </a:p>
          <a:p>
            <a:pPr algn="r" rtl="1"/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لونها: أصفر شفاف </a:t>
            </a:r>
          </a:p>
          <a:p>
            <a:pPr algn="r" rtl="1"/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حجمها : حوالي نصف الأنبوب 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5C229FE2-C3FD-38EA-CAD0-25EF34406262}"/>
              </a:ext>
            </a:extLst>
          </p:cNvPr>
          <p:cNvSpPr txBox="1"/>
          <p:nvPr/>
        </p:nvSpPr>
        <p:spPr>
          <a:xfrm>
            <a:off x="282469" y="3977332"/>
            <a:ext cx="2706911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الطبقة الوسطى:</a:t>
            </a:r>
          </a:p>
          <a:p>
            <a:pPr lvl="0" algn="r" rtl="1">
              <a:defRPr/>
            </a:pPr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لونها: 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أبيض</a:t>
            </a:r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</a:t>
            </a:r>
          </a:p>
          <a:p>
            <a:pPr lvl="0" algn="r" rtl="1">
              <a:defRPr/>
            </a:pPr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حجمها : 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صغيرة جداً</a:t>
            </a:r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B4B1B50-1459-6DF1-B45E-352AA697100C}"/>
              </a:ext>
            </a:extLst>
          </p:cNvPr>
          <p:cNvSpPr txBox="1"/>
          <p:nvPr/>
        </p:nvSpPr>
        <p:spPr>
          <a:xfrm>
            <a:off x="1468314" y="5318790"/>
            <a:ext cx="4627685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الطبقة السفلية:</a:t>
            </a:r>
          </a:p>
          <a:p>
            <a:pPr lvl="0" algn="r" rtl="1">
              <a:defRPr/>
            </a:pPr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لونها: 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أحمر داكن</a:t>
            </a:r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</a:t>
            </a:r>
          </a:p>
          <a:p>
            <a:pPr lvl="0" algn="r" rtl="1">
              <a:defRPr/>
            </a:pPr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حجمها : 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كبيرة، أقل من النصف بقليل</a:t>
            </a:r>
            <a:r>
              <a:rPr kumimoji="0" lang="ar-T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</a:t>
            </a:r>
            <a:endParaRPr kumimoji="0" lang="fr-FR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819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 animBg="1"/>
      <p:bldP spid="33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>
          <a:extLst>
            <a:ext uri="{FF2B5EF4-FFF2-40B4-BE49-F238E27FC236}">
              <a16:creationId xmlns:a16="http://schemas.microsoft.com/office/drawing/2014/main" id="{164C14BD-628E-7EC7-15A5-1AADE7EB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3">
            <a:hlinkClick r:id="rId3" action="ppaction://hlinksldjump"/>
            <a:extLst>
              <a:ext uri="{FF2B5EF4-FFF2-40B4-BE49-F238E27FC236}">
                <a16:creationId xmlns:a16="http://schemas.microsoft.com/office/drawing/2014/main" id="{4E5D3A14-69D9-6AFA-A92C-3F7FFAA04F36}"/>
              </a:ext>
            </a:extLst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13">
            <a:hlinkClick r:id="rId4" action="ppaction://hlinksldjump"/>
            <a:extLst>
              <a:ext uri="{FF2B5EF4-FFF2-40B4-BE49-F238E27FC236}">
                <a16:creationId xmlns:a16="http://schemas.microsoft.com/office/drawing/2014/main" id="{CB8A94F3-5F57-AC32-A770-E716AD6D047A}"/>
              </a:ext>
            </a:extLst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3">
            <a:hlinkClick r:id="rId5" action="ppaction://hlinksldjump"/>
            <a:extLst>
              <a:ext uri="{FF2B5EF4-FFF2-40B4-BE49-F238E27FC236}">
                <a16:creationId xmlns:a16="http://schemas.microsoft.com/office/drawing/2014/main" id="{CD96A80E-C730-42BB-A390-B63D78490E34}"/>
              </a:ext>
            </a:extLst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3">
            <a:hlinkClick r:id="rId6" action="ppaction://hlinksldjump"/>
            <a:extLst>
              <a:ext uri="{FF2B5EF4-FFF2-40B4-BE49-F238E27FC236}">
                <a16:creationId xmlns:a16="http://schemas.microsoft.com/office/drawing/2014/main" id="{0CDA60EE-BBD4-6BE9-CD9B-A5068F385F2C}"/>
              </a:ext>
            </a:extLst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3">
            <a:hlinkClick r:id="rId7" action="ppaction://hlinksldjump"/>
            <a:extLst>
              <a:ext uri="{FF2B5EF4-FFF2-40B4-BE49-F238E27FC236}">
                <a16:creationId xmlns:a16="http://schemas.microsoft.com/office/drawing/2014/main" id="{325BDB5E-225E-CC95-4480-B7F031580A40}"/>
              </a:ext>
            </a:extLst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3">
            <a:hlinkClick r:id="rId8" action="ppaction://hlinksldjump"/>
            <a:extLst>
              <a:ext uri="{FF2B5EF4-FFF2-40B4-BE49-F238E27FC236}">
                <a16:creationId xmlns:a16="http://schemas.microsoft.com/office/drawing/2014/main" id="{4CCB7886-12AE-1160-E40D-3114E1E3D519}"/>
              </a:ext>
            </a:extLst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3B169FE-0AD2-B1A2-B919-D9A294CC2E5F}"/>
              </a:ext>
            </a:extLst>
          </p:cNvPr>
          <p:cNvSpPr txBox="1"/>
          <p:nvPr/>
        </p:nvSpPr>
        <p:spPr>
          <a:xfrm>
            <a:off x="4424010" y="1232237"/>
            <a:ext cx="5147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التجربة </a:t>
            </a:r>
            <a:r>
              <a:rPr lang="fr-FR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3</a:t>
            </a:r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:</a:t>
            </a:r>
            <a:endParaRPr lang="fr-FR" sz="2800" b="1" dirty="0">
              <a:solidFill>
                <a:srgbClr val="0070C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pic>
        <p:nvPicPr>
          <p:cNvPr id="25" name="Image 24" descr="Une image contenant cylindre, plastique, bouteille&#10;&#10;Le contenu généré par l’IA peut être incorrect.">
            <a:extLst>
              <a:ext uri="{FF2B5EF4-FFF2-40B4-BE49-F238E27FC236}">
                <a16:creationId xmlns:a16="http://schemas.microsoft.com/office/drawing/2014/main" id="{CC1B3592-F67E-764E-39F4-47A842B72E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2004" y="1284950"/>
            <a:ext cx="926794" cy="4690805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5FFE8016-4CF7-6978-DBD6-97B2DC8A0488}"/>
              </a:ext>
            </a:extLst>
          </p:cNvPr>
          <p:cNvSpPr txBox="1"/>
          <p:nvPr/>
        </p:nvSpPr>
        <p:spPr>
          <a:xfrm>
            <a:off x="6782720" y="2620021"/>
            <a:ext cx="22622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البلازما</a:t>
            </a:r>
            <a:r>
              <a:rPr kumimoji="0" lang="ar-TN" sz="3200" b="0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: 55</a:t>
            </a:r>
            <a:r>
              <a:rPr kumimoji="0" lang="fr-FR" sz="3200" b="0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%</a:t>
            </a:r>
            <a:endParaRPr lang="fr-FR" sz="1800" dirty="0">
              <a:solidFill>
                <a:srgbClr val="0000FF"/>
              </a:solidFill>
            </a:endParaRP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E7B8F39-8D92-5FC2-0724-3553ACE6725C}"/>
              </a:ext>
            </a:extLst>
          </p:cNvPr>
          <p:cNvCxnSpPr/>
          <p:nvPr/>
        </p:nvCxnSpPr>
        <p:spPr>
          <a:xfrm flipH="1">
            <a:off x="5654347" y="3204796"/>
            <a:ext cx="1291379" cy="448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406D8A5C-5173-2373-A2FE-8AF046ACD68A}"/>
              </a:ext>
            </a:extLst>
          </p:cNvPr>
          <p:cNvCxnSpPr>
            <a:cxnSpLocks/>
          </p:cNvCxnSpPr>
          <p:nvPr/>
        </p:nvCxnSpPr>
        <p:spPr>
          <a:xfrm>
            <a:off x="3516923" y="3499338"/>
            <a:ext cx="1287698" cy="809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7BC240F8-2643-E509-E939-2F64F35024AF}"/>
              </a:ext>
            </a:extLst>
          </p:cNvPr>
          <p:cNvSpPr txBox="1"/>
          <p:nvPr/>
        </p:nvSpPr>
        <p:spPr>
          <a:xfrm>
            <a:off x="342900" y="2422120"/>
            <a:ext cx="30851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32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صفائح دموية </a:t>
            </a:r>
          </a:p>
          <a:p>
            <a:pPr algn="r" rtl="1"/>
            <a:r>
              <a:rPr lang="ar-TN" sz="32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و كريات بيضاء</a:t>
            </a:r>
            <a:r>
              <a:rPr kumimoji="0" lang="ar-TN" sz="3200" b="0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: 1</a:t>
            </a:r>
            <a:r>
              <a:rPr kumimoji="0" lang="fr-FR" sz="3200" b="0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%</a:t>
            </a:r>
            <a:endParaRPr lang="fr-FR" sz="1800" dirty="0">
              <a:solidFill>
                <a:srgbClr val="0000FF"/>
              </a:solidFill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728B9ABE-3C58-A18E-54DA-E8650CC6E5F4}"/>
              </a:ext>
            </a:extLst>
          </p:cNvPr>
          <p:cNvCxnSpPr>
            <a:cxnSpLocks/>
          </p:cNvCxnSpPr>
          <p:nvPr/>
        </p:nvCxnSpPr>
        <p:spPr>
          <a:xfrm flipH="1">
            <a:off x="5568798" y="4772712"/>
            <a:ext cx="1213922" cy="441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1DFEE46-A5A2-2340-72E6-4058C1488483}"/>
              </a:ext>
            </a:extLst>
          </p:cNvPr>
          <p:cNvSpPr txBox="1"/>
          <p:nvPr/>
        </p:nvSpPr>
        <p:spPr>
          <a:xfrm>
            <a:off x="1712068" y="5214517"/>
            <a:ext cx="2262222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دم مترسّب</a:t>
            </a:r>
            <a:endParaRPr lang="fr-FR" sz="1800" dirty="0">
              <a:solidFill>
                <a:srgbClr val="EE000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EA64E5D-7CF8-FFAD-6800-B02B29E4B94F}"/>
              </a:ext>
            </a:extLst>
          </p:cNvPr>
          <p:cNvSpPr txBox="1"/>
          <p:nvPr/>
        </p:nvSpPr>
        <p:spPr>
          <a:xfrm>
            <a:off x="6493518" y="4150700"/>
            <a:ext cx="3077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كريّات حمراء</a:t>
            </a:r>
            <a:r>
              <a:rPr kumimoji="0" lang="ar-TN" sz="3200" b="0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: 1</a:t>
            </a:r>
            <a:r>
              <a:rPr kumimoji="0" lang="fr-FR" sz="3200" b="0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%</a:t>
            </a:r>
            <a:endParaRPr lang="fr-FR" sz="1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0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>
          <a:extLst>
            <a:ext uri="{FF2B5EF4-FFF2-40B4-BE49-F238E27FC236}">
              <a16:creationId xmlns:a16="http://schemas.microsoft.com/office/drawing/2014/main" id="{34B062BA-CCAF-6C73-1772-957F7586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3">
            <a:hlinkClick r:id="rId3" action="ppaction://hlinksldjump"/>
            <a:extLst>
              <a:ext uri="{FF2B5EF4-FFF2-40B4-BE49-F238E27FC236}">
                <a16:creationId xmlns:a16="http://schemas.microsoft.com/office/drawing/2014/main" id="{59C2380C-F686-886F-3893-1FD774239996}"/>
              </a:ext>
            </a:extLst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13">
            <a:hlinkClick r:id="rId4" action="ppaction://hlinksldjump"/>
            <a:extLst>
              <a:ext uri="{FF2B5EF4-FFF2-40B4-BE49-F238E27FC236}">
                <a16:creationId xmlns:a16="http://schemas.microsoft.com/office/drawing/2014/main" id="{9D2DE565-DCB4-38D8-2363-728A85C02422}"/>
              </a:ext>
            </a:extLst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3">
            <a:hlinkClick r:id="rId5" action="ppaction://hlinksldjump"/>
            <a:extLst>
              <a:ext uri="{FF2B5EF4-FFF2-40B4-BE49-F238E27FC236}">
                <a16:creationId xmlns:a16="http://schemas.microsoft.com/office/drawing/2014/main" id="{D43543EA-F2C4-7282-6758-76F3D23C9FB6}"/>
              </a:ext>
            </a:extLst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3">
            <a:hlinkClick r:id="rId6" action="ppaction://hlinksldjump"/>
            <a:extLst>
              <a:ext uri="{FF2B5EF4-FFF2-40B4-BE49-F238E27FC236}">
                <a16:creationId xmlns:a16="http://schemas.microsoft.com/office/drawing/2014/main" id="{3F21A4B7-0C5C-294A-B1C3-EA823AC692EE}"/>
              </a:ext>
            </a:extLst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3">
            <a:hlinkClick r:id="rId7" action="ppaction://hlinksldjump"/>
            <a:extLst>
              <a:ext uri="{FF2B5EF4-FFF2-40B4-BE49-F238E27FC236}">
                <a16:creationId xmlns:a16="http://schemas.microsoft.com/office/drawing/2014/main" id="{31BD5914-6E07-7B43-D4FF-C2CD7C8522DB}"/>
              </a:ext>
            </a:extLst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3">
            <a:hlinkClick r:id="rId8" action="ppaction://hlinksldjump"/>
            <a:extLst>
              <a:ext uri="{FF2B5EF4-FFF2-40B4-BE49-F238E27FC236}">
                <a16:creationId xmlns:a16="http://schemas.microsoft.com/office/drawing/2014/main" id="{37FA6AD5-1128-4EB7-C063-60738A3B65E9}"/>
              </a:ext>
            </a:extLst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C352D5D-5C80-1810-DB06-DA8903901A4C}"/>
              </a:ext>
            </a:extLst>
          </p:cNvPr>
          <p:cNvSpPr txBox="1"/>
          <p:nvPr/>
        </p:nvSpPr>
        <p:spPr>
          <a:xfrm>
            <a:off x="7939454" y="1232237"/>
            <a:ext cx="1631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التجربة </a:t>
            </a:r>
            <a:r>
              <a:rPr lang="fr-FR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</a:t>
            </a:r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:</a:t>
            </a:r>
            <a:endParaRPr lang="fr-FR" sz="2800" b="1" dirty="0">
              <a:solidFill>
                <a:srgbClr val="0070C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02AACC4-D46A-2294-FAC9-6415E18F9C20}"/>
              </a:ext>
            </a:extLst>
          </p:cNvPr>
          <p:cNvSpPr txBox="1"/>
          <p:nvPr/>
        </p:nvSpPr>
        <p:spPr>
          <a:xfrm>
            <a:off x="316523" y="1284989"/>
            <a:ext cx="9455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                    اكتشفنا أن الدم خليط من طبقات. الآن، سنستخدم المجهر لنرى هذه المكونات عن قرب.</a:t>
            </a:r>
          </a:p>
          <a:p>
            <a:pPr algn="r" rtl="1"/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الوسائل المستعملة: </a:t>
            </a: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قطرة دم، صفيحة زجاجية، مجهر.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461A814-4268-8FC1-8A94-DEC0512280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2809" y="2602367"/>
            <a:ext cx="2878355" cy="379896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137C8FC-989E-56C3-3F8C-306A496FC4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845" y="3181341"/>
            <a:ext cx="4636477" cy="3086294"/>
          </a:xfrm>
          <a:prstGeom prst="rect">
            <a:avLst/>
          </a:prstGeom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90377FC-8F29-71A6-AE51-5650216376A4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4571998" y="3208908"/>
            <a:ext cx="386198" cy="604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20622183-2DE0-93ED-936E-029871F308FD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2468508" y="2731855"/>
            <a:ext cx="767062" cy="641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A88F6189-06E8-7401-3FBD-92E53658ABB7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1628507" y="3799550"/>
            <a:ext cx="1193824" cy="13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7EF0981-F7A6-5C6D-3FB4-B8718F8672A7}"/>
              </a:ext>
            </a:extLst>
          </p:cNvPr>
          <p:cNvCxnSpPr>
            <a:cxnSpLocks/>
          </p:cNvCxnSpPr>
          <p:nvPr/>
        </p:nvCxnSpPr>
        <p:spPr>
          <a:xfrm flipH="1" flipV="1">
            <a:off x="4816855" y="5320260"/>
            <a:ext cx="282683" cy="414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01064791-7B9E-C3CD-C13E-AC799146F04B}"/>
              </a:ext>
            </a:extLst>
          </p:cNvPr>
          <p:cNvSpPr txBox="1"/>
          <p:nvPr/>
        </p:nvSpPr>
        <p:spPr>
          <a:xfrm>
            <a:off x="4915434" y="5744415"/>
            <a:ext cx="1066801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1"/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بلازما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2682314-E8D9-686D-49CD-57871EB50020}"/>
              </a:ext>
            </a:extLst>
          </p:cNvPr>
          <p:cNvSpPr txBox="1"/>
          <p:nvPr/>
        </p:nvSpPr>
        <p:spPr>
          <a:xfrm>
            <a:off x="4958196" y="2731854"/>
            <a:ext cx="1213336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1"/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صفائح</a:t>
            </a:r>
          </a:p>
          <a:p>
            <a:pPr algn="ctr" rtl="1"/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دمويّة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0949440-CF09-8ABE-0EBE-BF0090B19F5D}"/>
              </a:ext>
            </a:extLst>
          </p:cNvPr>
          <p:cNvSpPr txBox="1"/>
          <p:nvPr/>
        </p:nvSpPr>
        <p:spPr>
          <a:xfrm>
            <a:off x="1265823" y="2254801"/>
            <a:ext cx="1202685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1"/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كريّات</a:t>
            </a:r>
          </a:p>
          <a:p>
            <a:pPr algn="ctr" rtl="1"/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حمراء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BCA2B5A-1810-6371-07CE-B689D5F12A19}"/>
              </a:ext>
            </a:extLst>
          </p:cNvPr>
          <p:cNvSpPr txBox="1"/>
          <p:nvPr/>
        </p:nvSpPr>
        <p:spPr>
          <a:xfrm>
            <a:off x="425822" y="3336062"/>
            <a:ext cx="1202685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1"/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كريّات</a:t>
            </a:r>
          </a:p>
          <a:p>
            <a:pPr algn="ctr" rtl="1"/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بيضاء</a:t>
            </a:r>
            <a:endParaRPr lang="fr-FR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79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>
          <a:extLst>
            <a:ext uri="{FF2B5EF4-FFF2-40B4-BE49-F238E27FC236}">
              <a16:creationId xmlns:a16="http://schemas.microsoft.com/office/drawing/2014/main" id="{44D47B8E-73C7-3841-0EFD-E277229B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3">
            <a:hlinkClick r:id="rId3" action="ppaction://hlinksldjump"/>
            <a:extLst>
              <a:ext uri="{FF2B5EF4-FFF2-40B4-BE49-F238E27FC236}">
                <a16:creationId xmlns:a16="http://schemas.microsoft.com/office/drawing/2014/main" id="{A49BD525-A593-2F61-E059-E38E98FE24D8}"/>
              </a:ext>
            </a:extLst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13">
            <a:hlinkClick r:id="rId4" action="ppaction://hlinksldjump"/>
            <a:extLst>
              <a:ext uri="{FF2B5EF4-FFF2-40B4-BE49-F238E27FC236}">
                <a16:creationId xmlns:a16="http://schemas.microsoft.com/office/drawing/2014/main" id="{B9553CC7-87DC-44F9-5F8D-F2BBEECF4649}"/>
              </a:ext>
            </a:extLst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3">
            <a:hlinkClick r:id="rId5" action="ppaction://hlinksldjump"/>
            <a:extLst>
              <a:ext uri="{FF2B5EF4-FFF2-40B4-BE49-F238E27FC236}">
                <a16:creationId xmlns:a16="http://schemas.microsoft.com/office/drawing/2014/main" id="{4B9866FC-3891-9D61-B219-08C48E06E84D}"/>
              </a:ext>
            </a:extLst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3">
            <a:hlinkClick r:id="rId6" action="ppaction://hlinksldjump"/>
            <a:extLst>
              <a:ext uri="{FF2B5EF4-FFF2-40B4-BE49-F238E27FC236}">
                <a16:creationId xmlns:a16="http://schemas.microsoft.com/office/drawing/2014/main" id="{57EFCA51-2A1D-E6B1-DA81-B120BD29563C}"/>
              </a:ext>
            </a:extLst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3">
            <a:hlinkClick r:id="rId7" action="ppaction://hlinksldjump"/>
            <a:extLst>
              <a:ext uri="{FF2B5EF4-FFF2-40B4-BE49-F238E27FC236}">
                <a16:creationId xmlns:a16="http://schemas.microsoft.com/office/drawing/2014/main" id="{28F49AEA-E79D-1B4F-3157-17CD74C2C7A1}"/>
              </a:ext>
            </a:extLst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3">
            <a:hlinkClick r:id="rId8" action="ppaction://hlinksldjump"/>
            <a:extLst>
              <a:ext uri="{FF2B5EF4-FFF2-40B4-BE49-F238E27FC236}">
                <a16:creationId xmlns:a16="http://schemas.microsoft.com/office/drawing/2014/main" id="{21AC68A5-81D9-3013-9015-DC7D787C25A2}"/>
              </a:ext>
            </a:extLst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6C5AF5B-FC51-9D0C-D10C-C7F4A3F9C2BA}"/>
              </a:ext>
            </a:extLst>
          </p:cNvPr>
          <p:cNvSpPr txBox="1"/>
          <p:nvPr/>
        </p:nvSpPr>
        <p:spPr>
          <a:xfrm>
            <a:off x="7939454" y="1232237"/>
            <a:ext cx="1631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التجربة </a:t>
            </a:r>
            <a:r>
              <a:rPr lang="fr-FR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</a:t>
            </a:r>
            <a:r>
              <a:rPr lang="ar-TN" sz="2800" b="1" dirty="0">
                <a:solidFill>
                  <a:srgbClr val="0070C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:</a:t>
            </a:r>
            <a:endParaRPr lang="fr-FR" sz="2800" b="1" dirty="0">
              <a:solidFill>
                <a:srgbClr val="0070C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24ED832-EEE6-C638-4838-F9250F1D41D4}"/>
              </a:ext>
            </a:extLst>
          </p:cNvPr>
          <p:cNvSpPr txBox="1"/>
          <p:nvPr/>
        </p:nvSpPr>
        <p:spPr>
          <a:xfrm>
            <a:off x="316523" y="1284989"/>
            <a:ext cx="9455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                    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1C5130B-DBFA-6BB4-CB79-7B12221B0E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7799" y="2040002"/>
            <a:ext cx="3867550" cy="4321612"/>
          </a:xfrm>
          <a:prstGeom prst="rect">
            <a:avLst/>
          </a:prstGeom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52127B92-3988-CA19-CEF9-FD2AF0B8A51E}"/>
              </a:ext>
            </a:extLst>
          </p:cNvPr>
          <p:cNvCxnSpPr>
            <a:cxnSpLocks/>
          </p:cNvCxnSpPr>
          <p:nvPr/>
        </p:nvCxnSpPr>
        <p:spPr>
          <a:xfrm>
            <a:off x="6983841" y="2460423"/>
            <a:ext cx="1931559" cy="536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6A6DBC0-FE47-E50A-A052-FF6D5762854D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6942317" y="5030113"/>
            <a:ext cx="838875" cy="386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CADD41AF-E512-7605-EE64-22347F190EAA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6974287" y="3404079"/>
            <a:ext cx="965167" cy="867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BBFEFC34-662E-19BF-5684-C85A0532CD23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7038798" y="1422428"/>
            <a:ext cx="1225971" cy="789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34122779-A2FA-11C0-E001-44C5C315B1C9}"/>
              </a:ext>
            </a:extLst>
          </p:cNvPr>
          <p:cNvSpPr txBox="1"/>
          <p:nvPr/>
        </p:nvSpPr>
        <p:spPr>
          <a:xfrm>
            <a:off x="6096000" y="1191595"/>
            <a:ext cx="942798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1"/>
            <a:r>
              <a:rPr kumimoji="0" lang="ar-T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بلازما</a:t>
            </a:r>
            <a:endParaRPr lang="fr-FR" dirty="0">
              <a:solidFill>
                <a:srgbClr val="0000FF"/>
              </a:solidFill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3CBFF60-08DE-5E73-8942-A007E01D06AD}"/>
              </a:ext>
            </a:extLst>
          </p:cNvPr>
          <p:cNvSpPr txBox="1"/>
          <p:nvPr/>
        </p:nvSpPr>
        <p:spPr>
          <a:xfrm>
            <a:off x="5172618" y="2181052"/>
            <a:ext cx="1811223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1"/>
            <a:r>
              <a:rPr kumimoji="0" lang="ar-T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صفائح</a:t>
            </a:r>
            <a:r>
              <a:rPr kumimoji="0" lang="ar-TN" sz="24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دمويّة</a:t>
            </a:r>
            <a:endParaRPr lang="fr-FR" dirty="0">
              <a:solidFill>
                <a:srgbClr val="0000FF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B92C6B5-40EC-ACAC-219D-0C5FAFE05BF8}"/>
              </a:ext>
            </a:extLst>
          </p:cNvPr>
          <p:cNvSpPr txBox="1"/>
          <p:nvPr/>
        </p:nvSpPr>
        <p:spPr>
          <a:xfrm>
            <a:off x="5131094" y="4799280"/>
            <a:ext cx="1811223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1"/>
            <a:r>
              <a:rPr kumimoji="0" lang="ar-T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كريّات</a:t>
            </a:r>
            <a:r>
              <a:rPr kumimoji="0" lang="ar-TN" sz="24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حمراء</a:t>
            </a:r>
            <a:endParaRPr lang="fr-FR" dirty="0">
              <a:solidFill>
                <a:srgbClr val="0000FF"/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87884D8-52C4-32D2-38E9-D468A2E3D9F6}"/>
              </a:ext>
            </a:extLst>
          </p:cNvPr>
          <p:cNvSpPr txBox="1"/>
          <p:nvPr/>
        </p:nvSpPr>
        <p:spPr>
          <a:xfrm>
            <a:off x="5217713" y="3173246"/>
            <a:ext cx="1756574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1"/>
            <a:r>
              <a:rPr kumimoji="0" lang="ar-T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كريّات</a:t>
            </a:r>
            <a:r>
              <a:rPr kumimoji="0" lang="ar-TN" sz="24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بيضاء</a:t>
            </a:r>
            <a:endParaRPr lang="fr-FR" dirty="0">
              <a:solidFill>
                <a:srgbClr val="0000FF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55567D-2D02-A8B8-E8FB-3F7444A06665}"/>
              </a:ext>
            </a:extLst>
          </p:cNvPr>
          <p:cNvSpPr txBox="1"/>
          <p:nvPr/>
        </p:nvSpPr>
        <p:spPr>
          <a:xfrm>
            <a:off x="277514" y="1721512"/>
            <a:ext cx="676128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سائل أصفر يتكون من 90 </a:t>
            </a: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%</a:t>
            </a:r>
            <a:r>
              <a:rPr kumimoji="0" lang="ar-T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من الماء تسبح فيه بقية مكونات الدم</a:t>
            </a:r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E7FDA76-A583-8B20-304F-D6B67E6189F7}"/>
              </a:ext>
            </a:extLst>
          </p:cNvPr>
          <p:cNvSpPr txBox="1"/>
          <p:nvPr/>
        </p:nvSpPr>
        <p:spPr>
          <a:xfrm>
            <a:off x="3358709" y="2695469"/>
            <a:ext cx="362781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r" rtl="1">
              <a:defRPr/>
            </a:pPr>
            <a:r>
              <a:rPr lang="ar-TN" sz="20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عديمة الشكل وعديمة اللّون</a:t>
            </a:r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23A3386-087F-CF60-A974-C1AE774850E4}"/>
              </a:ext>
            </a:extLst>
          </p:cNvPr>
          <p:cNvSpPr txBox="1"/>
          <p:nvPr/>
        </p:nvSpPr>
        <p:spPr>
          <a:xfrm>
            <a:off x="316523" y="3692976"/>
            <a:ext cx="662579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r" rtl="1">
              <a:defRPr/>
            </a:pPr>
            <a:r>
              <a:rPr lang="ar-TN" sz="20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عديمة اللون وبها نواة او أكثر وغير منتظمة الشكل وذات أحجام مختلفة وهي أقلّ عددا من الكريّات الحمراء حيث يبلغ عددها حوالي 7000 كريّة في الملمتر المكعب.</a:t>
            </a:r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07E235C0-36EB-6D89-6648-6FB785733D92}"/>
              </a:ext>
            </a:extLst>
          </p:cNvPr>
          <p:cNvSpPr txBox="1"/>
          <p:nvPr/>
        </p:nvSpPr>
        <p:spPr>
          <a:xfrm>
            <a:off x="340472" y="5332738"/>
            <a:ext cx="662579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r" rtl="1">
              <a:defRPr/>
            </a:pPr>
            <a:r>
              <a:rPr lang="ar-TN" sz="20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مستديرة الشكل ومقعرة الوجهين وعديمة النوى، تتكون في النخاع العظمي، يصل عددها إلى 5 ملايين كرية في الملمتر المكعب. تعيش حوالي 120 يوما ثم تموت وتستقر في الطحال.</a:t>
            </a:r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299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21" grpId="0" animBg="1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4">
            <a:hlinkClick r:id="rId3" action="ppaction://hlinksldjump"/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14">
            <a:hlinkClick r:id="rId4" action="ppaction://hlinksldjump"/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14">
            <a:hlinkClick r:id="rId5" action="ppaction://hlinksldjump"/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14">
            <a:hlinkClick r:id="rId6" action="ppaction://hlinksldjump"/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14">
            <a:hlinkClick r:id="rId7" action="ppaction://hlinksldjump"/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14">
            <a:hlinkClick r:id="rId8" action="ppaction://hlinksldjump"/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65677D5-051A-7031-C955-5F45606749DA}"/>
              </a:ext>
            </a:extLst>
          </p:cNvPr>
          <p:cNvSpPr txBox="1"/>
          <p:nvPr/>
        </p:nvSpPr>
        <p:spPr>
          <a:xfrm>
            <a:off x="2900177" y="1174435"/>
            <a:ext cx="6826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400" b="1" dirty="0">
                <a:solidFill>
                  <a:schemeClr val="accent6">
                    <a:lumMod val="75000"/>
                  </a:schemeClr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أستنتج : أكمل الفراغات بما يناسب من الكلمات التالية :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271A3E0-E5DE-C8DA-3569-0382D434CDBD}"/>
              </a:ext>
            </a:extLst>
          </p:cNvPr>
          <p:cNvSpPr txBox="1"/>
          <p:nvPr/>
        </p:nvSpPr>
        <p:spPr>
          <a:xfrm>
            <a:off x="360981" y="1987250"/>
            <a:ext cx="9295748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....................... : وهو الجزء السائل الذي يمثل النسبة الأكبر من الدم (حوالي 55%)، ولونه ................... باهت.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....................... : وهي خلايا تعطي الدم لونه الأحمر. 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تتميز بكونها .................... الشكل، ومقعرة الوجهين، وهي عديمة النوى (أي ليس لها نواة).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....................... : وهي خلايا أكبر حجماً من الكريات الحمراء. 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تتميز بوجود .................. بداخلها، وشكلها ...................... (غير ثابت).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....................... : وهي أجزاء صغيرة جداً و عديمة اللون و عديمة الشكل.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C305C6-4D30-B642-7723-471A5CAD18E5}"/>
              </a:ext>
            </a:extLst>
          </p:cNvPr>
          <p:cNvSpPr/>
          <p:nvPr/>
        </p:nvSpPr>
        <p:spPr>
          <a:xfrm>
            <a:off x="7693267" y="2242038"/>
            <a:ext cx="1963462" cy="30299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EE78A-7CB4-3754-2588-E072E1F470A6}"/>
              </a:ext>
            </a:extLst>
          </p:cNvPr>
          <p:cNvSpPr/>
          <p:nvPr/>
        </p:nvSpPr>
        <p:spPr>
          <a:xfrm>
            <a:off x="5707995" y="2792269"/>
            <a:ext cx="1580828" cy="30299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D15510-F6BD-A42F-4DEF-3F7993DF5174}"/>
              </a:ext>
            </a:extLst>
          </p:cNvPr>
          <p:cNvSpPr/>
          <p:nvPr/>
        </p:nvSpPr>
        <p:spPr>
          <a:xfrm>
            <a:off x="7693267" y="3385409"/>
            <a:ext cx="1963462" cy="278241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D152E6-5E2C-7D39-CBC1-5C7868D9B736}"/>
              </a:ext>
            </a:extLst>
          </p:cNvPr>
          <p:cNvSpPr/>
          <p:nvPr/>
        </p:nvSpPr>
        <p:spPr>
          <a:xfrm>
            <a:off x="6313373" y="3847706"/>
            <a:ext cx="1580828" cy="30299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31879B-9209-4683-C846-B521758F9816}"/>
              </a:ext>
            </a:extLst>
          </p:cNvPr>
          <p:cNvSpPr/>
          <p:nvPr/>
        </p:nvSpPr>
        <p:spPr>
          <a:xfrm>
            <a:off x="7709635" y="4914432"/>
            <a:ext cx="1866828" cy="30299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2421ED-7805-0573-9504-E54CDD76594B}"/>
              </a:ext>
            </a:extLst>
          </p:cNvPr>
          <p:cNvSpPr/>
          <p:nvPr/>
        </p:nvSpPr>
        <p:spPr>
          <a:xfrm>
            <a:off x="6541476" y="5557274"/>
            <a:ext cx="1453013" cy="30299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96937D-0528-CBB8-4560-CE905A1C5CA4}"/>
              </a:ext>
            </a:extLst>
          </p:cNvPr>
          <p:cNvSpPr/>
          <p:nvPr/>
        </p:nvSpPr>
        <p:spPr>
          <a:xfrm>
            <a:off x="2602524" y="5512780"/>
            <a:ext cx="1794344" cy="30299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1ABE04-2753-9F92-DA55-E133512BA2BD}"/>
              </a:ext>
            </a:extLst>
          </p:cNvPr>
          <p:cNvSpPr/>
          <p:nvPr/>
        </p:nvSpPr>
        <p:spPr>
          <a:xfrm>
            <a:off x="7693267" y="6056334"/>
            <a:ext cx="1883196" cy="30299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BAE9F0E-B9F3-C570-F6F0-9611E2ADF6B6}"/>
              </a:ext>
            </a:extLst>
          </p:cNvPr>
          <p:cNvSpPr txBox="1"/>
          <p:nvPr/>
        </p:nvSpPr>
        <p:spPr>
          <a:xfrm>
            <a:off x="1485133" y="1179640"/>
            <a:ext cx="1573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غير منتظم</a:t>
            </a:r>
            <a:endParaRPr lang="fr-FR" sz="1100" dirty="0">
              <a:solidFill>
                <a:srgbClr val="0000FF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1012923-11A7-55F6-DE40-E8E6E3BEBAED}"/>
              </a:ext>
            </a:extLst>
          </p:cNvPr>
          <p:cNvSpPr txBox="1"/>
          <p:nvPr/>
        </p:nvSpPr>
        <p:spPr>
          <a:xfrm>
            <a:off x="7693267" y="1641305"/>
            <a:ext cx="207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الكريات البيضاء</a:t>
            </a:r>
            <a:endParaRPr lang="fr-FR" sz="1100" dirty="0">
              <a:solidFill>
                <a:srgbClr val="0000FF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BE04158-2395-47BC-BFE6-FF54B00871CA}"/>
              </a:ext>
            </a:extLst>
          </p:cNvPr>
          <p:cNvSpPr txBox="1"/>
          <p:nvPr/>
        </p:nvSpPr>
        <p:spPr>
          <a:xfrm>
            <a:off x="3680148" y="1627662"/>
            <a:ext cx="800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أصفر</a:t>
            </a:r>
            <a:endParaRPr lang="fr-FR" sz="1100" dirty="0">
              <a:solidFill>
                <a:srgbClr val="0000FF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C0E0C99-9F7E-3ADF-1B25-EC908E04B610}"/>
              </a:ext>
            </a:extLst>
          </p:cNvPr>
          <p:cNvSpPr txBox="1"/>
          <p:nvPr/>
        </p:nvSpPr>
        <p:spPr>
          <a:xfrm>
            <a:off x="905609" y="1178022"/>
            <a:ext cx="674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نواة</a:t>
            </a:r>
            <a:endParaRPr lang="fr-FR" sz="1100" dirty="0">
              <a:solidFill>
                <a:srgbClr val="0000FF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14D4966-6D88-0353-CBA4-C6930BEC7762}"/>
              </a:ext>
            </a:extLst>
          </p:cNvPr>
          <p:cNvSpPr txBox="1"/>
          <p:nvPr/>
        </p:nvSpPr>
        <p:spPr>
          <a:xfrm>
            <a:off x="6680934" y="1628901"/>
            <a:ext cx="10462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البلازما</a:t>
            </a:r>
            <a:endParaRPr lang="fr-FR" sz="1100" dirty="0">
              <a:solidFill>
                <a:srgbClr val="0000FF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1289874-A279-0C99-6D9E-8C9880C04565}"/>
              </a:ext>
            </a:extLst>
          </p:cNvPr>
          <p:cNvSpPr txBox="1"/>
          <p:nvPr/>
        </p:nvSpPr>
        <p:spPr>
          <a:xfrm>
            <a:off x="4546717" y="1636100"/>
            <a:ext cx="2142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الصفائح الدموية</a:t>
            </a:r>
            <a:endParaRPr lang="fr-FR" sz="1100" dirty="0">
              <a:solidFill>
                <a:srgbClr val="0000FF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F60D6CD-7EA2-CA2E-6626-CF9373F6CC13}"/>
              </a:ext>
            </a:extLst>
          </p:cNvPr>
          <p:cNvSpPr txBox="1"/>
          <p:nvPr/>
        </p:nvSpPr>
        <p:spPr>
          <a:xfrm>
            <a:off x="2376178" y="1642923"/>
            <a:ext cx="12941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مستديرة</a:t>
            </a:r>
            <a:endParaRPr lang="fr-FR" sz="1100" dirty="0">
              <a:solidFill>
                <a:srgbClr val="0000FF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C6E5304-0FBA-F375-E7E0-08CDA0C264C9}"/>
              </a:ext>
            </a:extLst>
          </p:cNvPr>
          <p:cNvSpPr txBox="1"/>
          <p:nvPr/>
        </p:nvSpPr>
        <p:spPr>
          <a:xfrm>
            <a:off x="273061" y="1636100"/>
            <a:ext cx="2176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الكريات الحمراء</a:t>
            </a:r>
            <a:endParaRPr lang="fr-FR" sz="1100" dirty="0">
              <a:solidFill>
                <a:srgbClr val="0000FF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0.00556 L 0.10807 0.07292 " pathEditMode="relative" rAng="0" ptsTypes="AA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04" y="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0.00694 L 0.19622 0.15394 " pathEditMode="relative" rAng="0" ptsTypes="AA">
                                      <p:cBhvr>
                                        <p:cTn id="1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05" y="8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278 L 0.60013 0.23403 " pathEditMode="relative" rAng="0" ptsTypes="AA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39" y="1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0.33554 0.31018 " pathEditMode="relative" rAng="0" ptsTypes="AA">
                                      <p:cBhvr>
                                        <p:cTn id="2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71" y="1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3.33333E-6 L -0.00769 0.47314 " pathEditMode="relative" rAng="0" ptsTypes="AA">
                                      <p:cBhvr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1" y="2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0.00416 L 0.49597 0.61852 " pathEditMode="relative" rAng="0" ptsTypes="AA">
                                      <p:cBhvr>
                                        <p:cTn id="4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92" y="311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0.00417 L 0.10143 0.61828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65" y="3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0.00694 L 0.25026 0.63287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13" y="3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7" grpId="0"/>
      <p:bldP spid="13" grpId="0"/>
      <p:bldP spid="17" grpId="0"/>
      <p:bldP spid="19" grpId="0"/>
      <p:bldP spid="5" grpId="0"/>
      <p:bldP spid="6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>
          <a:extLst>
            <a:ext uri="{FF2B5EF4-FFF2-40B4-BE49-F238E27FC236}">
              <a16:creationId xmlns:a16="http://schemas.microsoft.com/office/drawing/2014/main" id="{C70BCEAE-98B0-B9AB-0771-8E291EFBE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5">
            <a:hlinkClick r:id="rId3" action="ppaction://hlinksldjump"/>
            <a:extLst>
              <a:ext uri="{FF2B5EF4-FFF2-40B4-BE49-F238E27FC236}">
                <a16:creationId xmlns:a16="http://schemas.microsoft.com/office/drawing/2014/main" id="{E62A10A1-BD84-4A14-E81D-34AB3047ED79}"/>
              </a:ext>
            </a:extLst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15">
            <a:hlinkClick r:id="rId4" action="ppaction://hlinksldjump"/>
            <a:extLst>
              <a:ext uri="{FF2B5EF4-FFF2-40B4-BE49-F238E27FC236}">
                <a16:creationId xmlns:a16="http://schemas.microsoft.com/office/drawing/2014/main" id="{B6D43618-1B55-031D-1831-C2CDA1F2D9DF}"/>
              </a:ext>
            </a:extLst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15">
            <a:hlinkClick r:id="rId5" action="ppaction://hlinksldjump"/>
            <a:extLst>
              <a:ext uri="{FF2B5EF4-FFF2-40B4-BE49-F238E27FC236}">
                <a16:creationId xmlns:a16="http://schemas.microsoft.com/office/drawing/2014/main" id="{27EB9ECC-D8EA-0D18-D771-2ACE982491A9}"/>
              </a:ext>
            </a:extLst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15">
            <a:hlinkClick r:id="rId6" action="ppaction://hlinksldjump"/>
            <a:extLst>
              <a:ext uri="{FF2B5EF4-FFF2-40B4-BE49-F238E27FC236}">
                <a16:creationId xmlns:a16="http://schemas.microsoft.com/office/drawing/2014/main" id="{A2F5ACBC-E4D8-BD97-70AB-B5C5C0154F6A}"/>
              </a:ext>
            </a:extLst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15">
            <a:hlinkClick r:id="rId7" action="ppaction://hlinksldjump"/>
            <a:extLst>
              <a:ext uri="{FF2B5EF4-FFF2-40B4-BE49-F238E27FC236}">
                <a16:creationId xmlns:a16="http://schemas.microsoft.com/office/drawing/2014/main" id="{BC1560C8-C78B-C27D-1E42-371AE3FB7881}"/>
              </a:ext>
            </a:extLst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15">
            <a:hlinkClick r:id="rId8" action="ppaction://hlinksldjump"/>
            <a:extLst>
              <a:ext uri="{FF2B5EF4-FFF2-40B4-BE49-F238E27FC236}">
                <a16:creationId xmlns:a16="http://schemas.microsoft.com/office/drawing/2014/main" id="{1FF27727-64EF-4E30-82BF-C2674496AAF6}"/>
              </a:ext>
            </a:extLst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26858BA-AB90-5485-9109-E832033ACA63}"/>
              </a:ext>
            </a:extLst>
          </p:cNvPr>
          <p:cNvSpPr txBox="1"/>
          <p:nvPr/>
        </p:nvSpPr>
        <p:spPr>
          <a:xfrm>
            <a:off x="1565031" y="1284950"/>
            <a:ext cx="7816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chemeClr val="accent6">
                    <a:lumMod val="75000"/>
                  </a:schemeClr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تطبيق 1 : أكمل بما يناسب.</a:t>
            </a:r>
          </a:p>
        </p:txBody>
      </p:sp>
      <p:pic>
        <p:nvPicPr>
          <p:cNvPr id="3" name="Image 2" descr="Une image contenant bouteille, Solution&#10;&#10;Le contenu généré par l’IA peut être incorrect.">
            <a:extLst>
              <a:ext uri="{FF2B5EF4-FFF2-40B4-BE49-F238E27FC236}">
                <a16:creationId xmlns:a16="http://schemas.microsoft.com/office/drawing/2014/main" id="{387BBB7E-396B-0A72-A7D5-C0F67BE8D2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7177" y="1908757"/>
            <a:ext cx="2549767" cy="3424593"/>
          </a:xfrm>
          <a:prstGeom prst="rect">
            <a:avLst/>
          </a:prstGeom>
        </p:spPr>
      </p:pic>
      <p:pic>
        <p:nvPicPr>
          <p:cNvPr id="4" name="Image 3" descr="Une image contenant cylindre, plastique, bouteille&#10;&#10;Le contenu généré par l’IA peut être incorrect.">
            <a:extLst>
              <a:ext uri="{FF2B5EF4-FFF2-40B4-BE49-F238E27FC236}">
                <a16:creationId xmlns:a16="http://schemas.microsoft.com/office/drawing/2014/main" id="{B4121AE2-BB03-A0B9-7257-1AFC19CC79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589" y="1890983"/>
            <a:ext cx="763892" cy="336108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70B36F8-06B8-3ED5-E962-1B766B07589E}"/>
              </a:ext>
            </a:extLst>
          </p:cNvPr>
          <p:cNvSpPr txBox="1"/>
          <p:nvPr/>
        </p:nvSpPr>
        <p:spPr>
          <a:xfrm>
            <a:off x="5873262" y="5573050"/>
            <a:ext cx="3103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دم ...................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343EFFB-5200-44DD-F297-559D1E1A0D9A}"/>
              </a:ext>
            </a:extLst>
          </p:cNvPr>
          <p:cNvSpPr txBox="1"/>
          <p:nvPr/>
        </p:nvSpPr>
        <p:spPr>
          <a:xfrm>
            <a:off x="1286608" y="5572854"/>
            <a:ext cx="3103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دم ...................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F88AF7C-D73A-549D-1B0F-5E6E148A759C}"/>
              </a:ext>
            </a:extLst>
          </p:cNvPr>
          <p:cNvSpPr txBox="1"/>
          <p:nvPr/>
        </p:nvSpPr>
        <p:spPr>
          <a:xfrm>
            <a:off x="6614744" y="5511299"/>
            <a:ext cx="1881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متخثّر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CA54CA9-3BFE-9B41-64D2-88D1887E2D30}"/>
              </a:ext>
            </a:extLst>
          </p:cNvPr>
          <p:cNvSpPr txBox="1"/>
          <p:nvPr/>
        </p:nvSpPr>
        <p:spPr>
          <a:xfrm>
            <a:off x="1965250" y="5511299"/>
            <a:ext cx="1881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مترسّب</a:t>
            </a:r>
            <a:endParaRPr lang="fr-FR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90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5">
            <a:hlinkClick r:id="rId3" action="ppaction://hlinksldjump"/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15">
            <a:hlinkClick r:id="rId4" action="ppaction://hlinksldjump"/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15">
            <a:hlinkClick r:id="rId5" action="ppaction://hlinksldjump"/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15">
            <a:hlinkClick r:id="rId6" action="ppaction://hlinksldjump"/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15">
            <a:hlinkClick r:id="rId7" action="ppaction://hlinksldjump"/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15">
            <a:hlinkClick r:id="rId8" action="ppaction://hlinksldjump"/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28EB56E-27A7-35CB-0F8D-BFD9A7217AD7}"/>
              </a:ext>
            </a:extLst>
          </p:cNvPr>
          <p:cNvSpPr txBox="1"/>
          <p:nvPr/>
        </p:nvSpPr>
        <p:spPr>
          <a:xfrm>
            <a:off x="1591408" y="1331778"/>
            <a:ext cx="6699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TN" sz="2800" b="1" dirty="0">
                <a:solidFill>
                  <a:schemeClr val="accent6">
                    <a:lumMod val="75000"/>
                  </a:schemeClr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تطبيق 2 : أكمل بمكوّنات الدّم.</a:t>
            </a:r>
          </a:p>
        </p:txBody>
      </p:sp>
      <p:sp>
        <p:nvSpPr>
          <p:cNvPr id="13" name="Moon 121">
            <a:extLst>
              <a:ext uri="{FF2B5EF4-FFF2-40B4-BE49-F238E27FC236}">
                <a16:creationId xmlns:a16="http://schemas.microsoft.com/office/drawing/2014/main" id="{75986A08-0822-D2C6-A10C-AECC347D1F75}"/>
              </a:ext>
            </a:extLst>
          </p:cNvPr>
          <p:cNvSpPr/>
          <p:nvPr/>
        </p:nvSpPr>
        <p:spPr>
          <a:xfrm>
            <a:off x="2873446" y="4380489"/>
            <a:ext cx="550597" cy="713803"/>
          </a:xfrm>
          <a:prstGeom prst="moon">
            <a:avLst>
              <a:gd name="adj" fmla="val 37729"/>
            </a:avLst>
          </a:prstGeom>
          <a:solidFill>
            <a:schemeClr val="bg1"/>
          </a:solidFill>
          <a:ln>
            <a:noFill/>
          </a:ln>
          <a:effectLst>
            <a:softEdge rad="12708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" name="Moon 123">
            <a:extLst>
              <a:ext uri="{FF2B5EF4-FFF2-40B4-BE49-F238E27FC236}">
                <a16:creationId xmlns:a16="http://schemas.microsoft.com/office/drawing/2014/main" id="{E6948917-4E28-8676-8178-ED3B0CACD178}"/>
              </a:ext>
            </a:extLst>
          </p:cNvPr>
          <p:cNvSpPr/>
          <p:nvPr/>
        </p:nvSpPr>
        <p:spPr>
          <a:xfrm>
            <a:off x="1668114" y="4552870"/>
            <a:ext cx="550597" cy="941864"/>
          </a:xfrm>
          <a:prstGeom prst="moon">
            <a:avLst>
              <a:gd name="adj" fmla="val 37729"/>
            </a:avLst>
          </a:prstGeom>
          <a:solidFill>
            <a:schemeClr val="bg1"/>
          </a:solidFill>
          <a:ln>
            <a:noFill/>
          </a:ln>
          <a:effectLst>
            <a:softEdge rad="12708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" name="Image 6" descr="Une image contenant bécher, tasse, vaisselle, Équipement de laboratoire&#10;&#10;Le contenu généré par l’IA peut être incorrect.">
            <a:extLst>
              <a:ext uri="{FF2B5EF4-FFF2-40B4-BE49-F238E27FC236}">
                <a16:creationId xmlns:a16="http://schemas.microsoft.com/office/drawing/2014/main" id="{97EE9D54-3B4F-BCC7-DA2A-138E7F9E8A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2842" y="1910381"/>
            <a:ext cx="1571625" cy="4238625"/>
          </a:xfrm>
          <a:prstGeom prst="rect">
            <a:avLst/>
          </a:prstGeom>
        </p:spPr>
      </p:pic>
      <p:pic>
        <p:nvPicPr>
          <p:cNvPr id="12" name="Image 11" descr="Une image contenant cercle, palette, art&#10;&#10;Le contenu généré par l’IA peut être incorrect.">
            <a:extLst>
              <a:ext uri="{FF2B5EF4-FFF2-40B4-BE49-F238E27FC236}">
                <a16:creationId xmlns:a16="http://schemas.microsoft.com/office/drawing/2014/main" id="{3E033E8E-B5BB-6300-1AEA-5D0C11F739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31" y="2504085"/>
            <a:ext cx="3890025" cy="364492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DEA5F1-88FB-AEEC-2E57-092AC86468B3}"/>
              </a:ext>
            </a:extLst>
          </p:cNvPr>
          <p:cNvSpPr/>
          <p:nvPr/>
        </p:nvSpPr>
        <p:spPr>
          <a:xfrm>
            <a:off x="4264271" y="2298996"/>
            <a:ext cx="2708031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24" name="Connecteur droit avec flèche 1023">
            <a:extLst>
              <a:ext uri="{FF2B5EF4-FFF2-40B4-BE49-F238E27FC236}">
                <a16:creationId xmlns:a16="http://schemas.microsoft.com/office/drawing/2014/main" id="{52DBFC5E-49A8-BA5B-2D42-A4804362D02C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2936633" y="2560606"/>
            <a:ext cx="1327638" cy="576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7" name="Connecteur droit avec flèche 1026">
            <a:extLst>
              <a:ext uri="{FF2B5EF4-FFF2-40B4-BE49-F238E27FC236}">
                <a16:creationId xmlns:a16="http://schemas.microsoft.com/office/drawing/2014/main" id="{A00C5FCA-173E-2E9D-091E-3C2F85C384FD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6972302" y="2560606"/>
            <a:ext cx="1705708" cy="15049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67AA4B8F-CF09-1B9B-81AA-F514F3B6AF97}"/>
              </a:ext>
            </a:extLst>
          </p:cNvPr>
          <p:cNvSpPr/>
          <p:nvPr/>
        </p:nvSpPr>
        <p:spPr>
          <a:xfrm>
            <a:off x="4264271" y="3305533"/>
            <a:ext cx="2708031" cy="87494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31" name="Connecteur droit avec flèche 1030">
            <a:extLst>
              <a:ext uri="{FF2B5EF4-FFF2-40B4-BE49-F238E27FC236}">
                <a16:creationId xmlns:a16="http://schemas.microsoft.com/office/drawing/2014/main" id="{BEA5CD68-C030-E8BA-FCD8-E75F7F1340EB}"/>
              </a:ext>
            </a:extLst>
          </p:cNvPr>
          <p:cNvCxnSpPr>
            <a:cxnSpLocks/>
            <a:stCxn id="1030" idx="3"/>
          </p:cNvCxnSpPr>
          <p:nvPr/>
        </p:nvCxnSpPr>
        <p:spPr>
          <a:xfrm>
            <a:off x="6972302" y="3743005"/>
            <a:ext cx="1705708" cy="1074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3" name="Connecteur droit avec flèche 1032">
            <a:extLst>
              <a:ext uri="{FF2B5EF4-FFF2-40B4-BE49-F238E27FC236}">
                <a16:creationId xmlns:a16="http://schemas.microsoft.com/office/drawing/2014/main" id="{1C0F246D-6C02-0875-92FE-1E986C42E952}"/>
              </a:ext>
            </a:extLst>
          </p:cNvPr>
          <p:cNvCxnSpPr>
            <a:cxnSpLocks/>
            <a:stCxn id="1030" idx="1"/>
          </p:cNvCxnSpPr>
          <p:nvPr/>
        </p:nvCxnSpPr>
        <p:spPr>
          <a:xfrm flipH="1" flipV="1">
            <a:off x="3148744" y="3516266"/>
            <a:ext cx="1115527" cy="226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5" name="Connecteur droit avec flèche 1034">
            <a:extLst>
              <a:ext uri="{FF2B5EF4-FFF2-40B4-BE49-F238E27FC236}">
                <a16:creationId xmlns:a16="http://schemas.microsoft.com/office/drawing/2014/main" id="{E101CD65-63FA-48E2-3DC3-47EB992D5A1E}"/>
              </a:ext>
            </a:extLst>
          </p:cNvPr>
          <p:cNvCxnSpPr>
            <a:cxnSpLocks/>
            <a:stCxn id="1030" idx="1"/>
          </p:cNvCxnSpPr>
          <p:nvPr/>
        </p:nvCxnSpPr>
        <p:spPr>
          <a:xfrm flipH="1">
            <a:off x="2787163" y="3743005"/>
            <a:ext cx="1477108" cy="329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7D59BA4-973F-D41B-1790-B65E89B1DBAF}"/>
              </a:ext>
            </a:extLst>
          </p:cNvPr>
          <p:cNvSpPr/>
          <p:nvPr/>
        </p:nvSpPr>
        <p:spPr>
          <a:xfrm>
            <a:off x="4264271" y="4322427"/>
            <a:ext cx="2708031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39" name="Connecteur droit avec flèche 1038">
            <a:extLst>
              <a:ext uri="{FF2B5EF4-FFF2-40B4-BE49-F238E27FC236}">
                <a16:creationId xmlns:a16="http://schemas.microsoft.com/office/drawing/2014/main" id="{1468A49E-2ADB-993A-4B59-EA36036149A9}"/>
              </a:ext>
            </a:extLst>
          </p:cNvPr>
          <p:cNvCxnSpPr>
            <a:cxnSpLocks/>
            <a:stCxn id="1038" idx="3"/>
          </p:cNvCxnSpPr>
          <p:nvPr/>
        </p:nvCxnSpPr>
        <p:spPr>
          <a:xfrm>
            <a:off x="6972302" y="4584037"/>
            <a:ext cx="1705708" cy="910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2" name="Connecteur droit avec flèche 1041">
            <a:extLst>
              <a:ext uri="{FF2B5EF4-FFF2-40B4-BE49-F238E27FC236}">
                <a16:creationId xmlns:a16="http://schemas.microsoft.com/office/drawing/2014/main" id="{056EF96E-ABCD-DF10-2E6E-EDDCCB26415B}"/>
              </a:ext>
            </a:extLst>
          </p:cNvPr>
          <p:cNvCxnSpPr>
            <a:cxnSpLocks/>
            <a:stCxn id="1038" idx="1"/>
          </p:cNvCxnSpPr>
          <p:nvPr/>
        </p:nvCxnSpPr>
        <p:spPr>
          <a:xfrm flipH="1">
            <a:off x="3398849" y="4584037"/>
            <a:ext cx="865422" cy="466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5" name="ZoneTexte 1044">
            <a:extLst>
              <a:ext uri="{FF2B5EF4-FFF2-40B4-BE49-F238E27FC236}">
                <a16:creationId xmlns:a16="http://schemas.microsoft.com/office/drawing/2014/main" id="{7DA46895-EF35-0BDD-C060-E8A997D7B269}"/>
              </a:ext>
            </a:extLst>
          </p:cNvPr>
          <p:cNvSpPr txBox="1"/>
          <p:nvPr/>
        </p:nvSpPr>
        <p:spPr>
          <a:xfrm>
            <a:off x="4289507" y="2298996"/>
            <a:ext cx="25371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بلازما</a:t>
            </a:r>
            <a:endParaRPr lang="fr-FR" sz="1600" dirty="0"/>
          </a:p>
        </p:txBody>
      </p:sp>
      <p:sp>
        <p:nvSpPr>
          <p:cNvPr id="1046" name="ZoneTexte 1045">
            <a:extLst>
              <a:ext uri="{FF2B5EF4-FFF2-40B4-BE49-F238E27FC236}">
                <a16:creationId xmlns:a16="http://schemas.microsoft.com/office/drawing/2014/main" id="{26B556F5-187C-8350-AE26-08487DB652FC}"/>
              </a:ext>
            </a:extLst>
          </p:cNvPr>
          <p:cNvSpPr txBox="1"/>
          <p:nvPr/>
        </p:nvSpPr>
        <p:spPr>
          <a:xfrm>
            <a:off x="4312008" y="3261197"/>
            <a:ext cx="25371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كريّات بيضاء </a:t>
            </a:r>
          </a:p>
          <a:p>
            <a:pPr algn="ctr" rtl="1"/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و صفائح دمويّة </a:t>
            </a:r>
            <a:endParaRPr lang="fr-FR" sz="2800" dirty="0">
              <a:solidFill>
                <a:srgbClr val="0000FF"/>
              </a:solidFill>
            </a:endParaRPr>
          </a:p>
        </p:txBody>
      </p:sp>
      <p:sp>
        <p:nvSpPr>
          <p:cNvPr id="1053" name="ZoneTexte 1052">
            <a:extLst>
              <a:ext uri="{FF2B5EF4-FFF2-40B4-BE49-F238E27FC236}">
                <a16:creationId xmlns:a16="http://schemas.microsoft.com/office/drawing/2014/main" id="{5CECB926-0A40-A4CC-57B4-7338419F4C23}"/>
              </a:ext>
            </a:extLst>
          </p:cNvPr>
          <p:cNvSpPr txBox="1"/>
          <p:nvPr/>
        </p:nvSpPr>
        <p:spPr>
          <a:xfrm>
            <a:off x="4349710" y="4316866"/>
            <a:ext cx="25371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كريّات حمراء</a:t>
            </a:r>
            <a:endParaRPr lang="fr-FR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5" grpId="0"/>
      <p:bldP spid="1046" grpId="0"/>
      <p:bldP spid="10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6">
            <a:hlinkClick r:id="rId3" action="ppaction://hlinksldjump"/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16">
            <a:hlinkClick r:id="rId4" action="ppaction://hlinksldjump"/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16">
            <a:hlinkClick r:id="rId5" action="ppaction://hlinksldjump"/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16">
            <a:hlinkClick r:id="rId6" action="ppaction://hlinksldjump"/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16">
            <a:hlinkClick r:id="rId7" action="ppaction://hlinksldjump"/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16">
            <a:hlinkClick r:id="rId8" action="ppaction://hlinksldjump"/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EB50068-BD8D-E9BE-D8D8-CF1E14824E6F}"/>
              </a:ext>
            </a:extLst>
          </p:cNvPr>
          <p:cNvSpPr txBox="1"/>
          <p:nvPr/>
        </p:nvSpPr>
        <p:spPr>
          <a:xfrm>
            <a:off x="487067" y="975677"/>
            <a:ext cx="9205546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TN" sz="2800" b="1" dirty="0">
                <a:solidFill>
                  <a:schemeClr val="accent6">
                    <a:lumMod val="75000"/>
                  </a:schemeClr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أقيّم : </a:t>
            </a: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قرأ زميلكم هذا الملخص عن مكونات الدم، ولكنه ارتكب بعض الأخطاء أثناء كتابته. </a:t>
            </a:r>
            <a:r>
              <a:rPr lang="ar-TN" sz="24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مهمتك هي قراءة الفقرة التالية، اكتشاف الأخطاء الأربعة (4) الموجودة فيها، ثم كتابة الفقرة الصحيحة.</a:t>
            </a:r>
            <a:endParaRPr lang="ar-TN" sz="2800" b="1" dirty="0">
              <a:solidFill>
                <a:srgbClr val="EE000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98B6E7-90D3-1156-E9E0-B73F75408412}"/>
              </a:ext>
            </a:extLst>
          </p:cNvPr>
          <p:cNvSpPr txBox="1"/>
          <p:nvPr/>
        </p:nvSpPr>
        <p:spPr>
          <a:xfrm>
            <a:off x="325315" y="2683204"/>
            <a:ext cx="9082454" cy="3916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يتكون الدم من سائل أصفر يسمّى الصفائح الدموية، وهو يمثل أغلبية الدم. 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تسبح في هذا السائل الكريات الحمراء، وهي خلايا كبيرة الحجم لها نواة واضحة. 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كما نجد الكريات البيضاء، وهي خلايا صغيرة جداً عديمة النواة، وشكلها مستدير، وهي التي تعطي الدم لونه الأحمر.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>
          <a:extLst>
            <a:ext uri="{FF2B5EF4-FFF2-40B4-BE49-F238E27FC236}">
              <a16:creationId xmlns:a16="http://schemas.microsoft.com/office/drawing/2014/main" id="{1A7F16EF-17D7-955E-92AA-9AFF52692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6">
            <a:hlinkClick r:id="rId3" action="ppaction://hlinksldjump"/>
            <a:extLst>
              <a:ext uri="{FF2B5EF4-FFF2-40B4-BE49-F238E27FC236}">
                <a16:creationId xmlns:a16="http://schemas.microsoft.com/office/drawing/2014/main" id="{65A241AA-D3CF-C65E-5AC6-23050D0566DA}"/>
              </a:ext>
            </a:extLst>
          </p:cNvPr>
          <p:cNvSpPr/>
          <p:nvPr/>
        </p:nvSpPr>
        <p:spPr>
          <a:xfrm>
            <a:off x="9771525" y="1284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16">
            <a:hlinkClick r:id="rId4" action="ppaction://hlinksldjump"/>
            <a:extLst>
              <a:ext uri="{FF2B5EF4-FFF2-40B4-BE49-F238E27FC236}">
                <a16:creationId xmlns:a16="http://schemas.microsoft.com/office/drawing/2014/main" id="{3E8FBFB8-85FC-F570-FE39-4727535D5B93}"/>
              </a:ext>
            </a:extLst>
          </p:cNvPr>
          <p:cNvSpPr/>
          <p:nvPr/>
        </p:nvSpPr>
        <p:spPr>
          <a:xfrm>
            <a:off x="9771525" y="2123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16">
            <a:hlinkClick r:id="rId5" action="ppaction://hlinksldjump"/>
            <a:extLst>
              <a:ext uri="{FF2B5EF4-FFF2-40B4-BE49-F238E27FC236}">
                <a16:creationId xmlns:a16="http://schemas.microsoft.com/office/drawing/2014/main" id="{F07059DC-BC45-0C5A-544C-0260D8ECFFD0}"/>
              </a:ext>
            </a:extLst>
          </p:cNvPr>
          <p:cNvSpPr/>
          <p:nvPr/>
        </p:nvSpPr>
        <p:spPr>
          <a:xfrm>
            <a:off x="9771525" y="29613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16">
            <a:hlinkClick r:id="rId6" action="ppaction://hlinksldjump"/>
            <a:extLst>
              <a:ext uri="{FF2B5EF4-FFF2-40B4-BE49-F238E27FC236}">
                <a16:creationId xmlns:a16="http://schemas.microsoft.com/office/drawing/2014/main" id="{9F842779-6E4E-5CF3-5972-D78CB73ED6DC}"/>
              </a:ext>
            </a:extLst>
          </p:cNvPr>
          <p:cNvSpPr/>
          <p:nvPr/>
        </p:nvSpPr>
        <p:spPr>
          <a:xfrm>
            <a:off x="9771525" y="37995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16">
            <a:hlinkClick r:id="rId7" action="ppaction://hlinksldjump"/>
            <a:extLst>
              <a:ext uri="{FF2B5EF4-FFF2-40B4-BE49-F238E27FC236}">
                <a16:creationId xmlns:a16="http://schemas.microsoft.com/office/drawing/2014/main" id="{4C6407EC-15AB-AF79-0274-97A8CD27373B}"/>
              </a:ext>
            </a:extLst>
          </p:cNvPr>
          <p:cNvSpPr/>
          <p:nvPr/>
        </p:nvSpPr>
        <p:spPr>
          <a:xfrm>
            <a:off x="9771525" y="47139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16">
            <a:hlinkClick r:id="rId8" action="ppaction://hlinksldjump"/>
            <a:extLst>
              <a:ext uri="{FF2B5EF4-FFF2-40B4-BE49-F238E27FC236}">
                <a16:creationId xmlns:a16="http://schemas.microsoft.com/office/drawing/2014/main" id="{3C4521F4-1295-7F57-691E-45C9B53ECF45}"/>
              </a:ext>
            </a:extLst>
          </p:cNvPr>
          <p:cNvSpPr/>
          <p:nvPr/>
        </p:nvSpPr>
        <p:spPr>
          <a:xfrm>
            <a:off x="9771525" y="5552150"/>
            <a:ext cx="19422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CC08825-9A7F-FB58-B5D9-E419CB6C1190}"/>
              </a:ext>
            </a:extLst>
          </p:cNvPr>
          <p:cNvSpPr txBox="1"/>
          <p:nvPr/>
        </p:nvSpPr>
        <p:spPr>
          <a:xfrm>
            <a:off x="522235" y="1078307"/>
            <a:ext cx="90824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الخطأ 1: السائل الأصفر يسمى البلازما (وليس الصفائح الدموية).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89313B7-C744-6CE1-185E-7E701B336BF3}"/>
              </a:ext>
            </a:extLst>
          </p:cNvPr>
          <p:cNvSpPr txBox="1"/>
          <p:nvPr/>
        </p:nvSpPr>
        <p:spPr>
          <a:xfrm>
            <a:off x="522235" y="1574512"/>
            <a:ext cx="90824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الخطأ 2: الكريات الحمراء عديمة النواة (وليس لها نواة).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95108A-DA2A-5B91-5654-A24356EF4FE2}"/>
              </a:ext>
            </a:extLst>
          </p:cNvPr>
          <p:cNvSpPr txBox="1"/>
          <p:nvPr/>
        </p:nvSpPr>
        <p:spPr>
          <a:xfrm>
            <a:off x="522235" y="2070717"/>
            <a:ext cx="90824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الخطأ 3: الكريات البيضاء لها نواة (وليست عديمة النواة).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6734EF6-D8A3-A399-7F5C-3A75E747D533}"/>
              </a:ext>
            </a:extLst>
          </p:cNvPr>
          <p:cNvSpPr txBox="1"/>
          <p:nvPr/>
        </p:nvSpPr>
        <p:spPr>
          <a:xfrm>
            <a:off x="254975" y="2566922"/>
            <a:ext cx="93497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الخطأ 4: الكريات الحمراء (وليس البيضاء) هي التي تعطي الدم لونه الأحمر.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C21C32D-748E-3441-21F3-10204D0F1E32}"/>
              </a:ext>
            </a:extLst>
          </p:cNvPr>
          <p:cNvSpPr txBox="1"/>
          <p:nvPr/>
        </p:nvSpPr>
        <p:spPr>
          <a:xfrm>
            <a:off x="254975" y="3078887"/>
            <a:ext cx="9240717" cy="327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يتكون الدم من سائل أصفر يسمى </a:t>
            </a:r>
            <a:r>
              <a:rPr lang="ar-TN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البلازما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، وهو يمثل أغلبية الدم. تسبح في هذا السائل الكريات الحمراء، وهي خلايا </a:t>
            </a:r>
            <a:r>
              <a:rPr lang="ar-TN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عديمة النواة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وشكلها مستدير، وهي التي تعطي الدم لونه الأحمر. 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كما نجد </a:t>
            </a:r>
            <a:r>
              <a:rPr lang="ar-TN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الكريات البيضاء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، وهي خلايا كبيرة </a:t>
            </a:r>
            <a:r>
              <a:rPr lang="ar-TN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الحجم لها نواة 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واضحة.</a:t>
            </a:r>
          </a:p>
        </p:txBody>
      </p:sp>
    </p:spTree>
    <p:extLst>
      <p:ext uri="{BB962C8B-B14F-4D97-AF65-F5344CB8AC3E}">
        <p14:creationId xmlns:p14="http://schemas.microsoft.com/office/powerpoint/2010/main" val="310378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E69138"/>
      </a:lt1>
      <a:dk2>
        <a:srgbClr val="FFFFFF"/>
      </a:dk2>
      <a:lt2>
        <a:srgbClr val="F5D203"/>
      </a:lt2>
      <a:accent1>
        <a:srgbClr val="88C100"/>
      </a:accent1>
      <a:accent2>
        <a:srgbClr val="CCD420"/>
      </a:accent2>
      <a:accent3>
        <a:srgbClr val="63CAC3"/>
      </a:accent3>
      <a:accent4>
        <a:srgbClr val="01819A"/>
      </a:accent4>
      <a:accent5>
        <a:srgbClr val="A46FDB"/>
      </a:accent5>
      <a:accent6>
        <a:srgbClr val="F77C79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1863</TotalTime>
  <Words>1465</Words>
  <Application>Microsoft Office PowerPoint</Application>
  <PresentationFormat>Grand écran</PresentationFormat>
  <Paragraphs>164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7" baseType="lpstr">
      <vt:lpstr>Kufyan Arabic Black</vt:lpstr>
      <vt:lpstr>Handlee</vt:lpstr>
      <vt:lpstr>Barriecito</vt:lpstr>
      <vt:lpstr>Gochi Hand</vt:lpstr>
      <vt:lpstr>Calibri</vt:lpstr>
      <vt:lpstr>Wingdings</vt:lpstr>
      <vt:lpstr>Ranchers</vt:lpstr>
      <vt:lpstr>Arial</vt:lpstr>
      <vt:lpstr>SlidesMania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oussama aguech</cp:lastModifiedBy>
  <cp:revision>11</cp:revision>
  <dcterms:modified xsi:type="dcterms:W3CDTF">2025-11-16T17:45:19Z</dcterms:modified>
</cp:coreProperties>
</file>